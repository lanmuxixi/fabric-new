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6"/>
  </p:notesMasterIdLst>
  <p:sldIdLst>
    <p:sldId id="256" r:id="rId3"/>
    <p:sldId id="257" r:id="rId4"/>
    <p:sldId id="258" r:id="rId5"/>
    <p:sldId id="259" r:id="rId6"/>
    <p:sldId id="260" r:id="rId7"/>
    <p:sldId id="261" r:id="rId8"/>
    <p:sldId id="262" r:id="rId9"/>
    <p:sldId id="272" r:id="rId10"/>
    <p:sldId id="291" r:id="rId11"/>
    <p:sldId id="292" r:id="rId12"/>
    <p:sldId id="273" r:id="rId13"/>
    <p:sldId id="274" r:id="rId14"/>
    <p:sldId id="276" r:id="rId15"/>
    <p:sldId id="277" r:id="rId16"/>
    <p:sldId id="280" r:id="rId17"/>
    <p:sldId id="275" r:id="rId18"/>
    <p:sldId id="278" r:id="rId19"/>
    <p:sldId id="294" r:id="rId20"/>
    <p:sldId id="296" r:id="rId21"/>
    <p:sldId id="279" r:id="rId22"/>
    <p:sldId id="293" r:id="rId23"/>
    <p:sldId id="297" r:id="rId24"/>
    <p:sldId id="263" r:id="rId25"/>
    <p:sldId id="264" r:id="rId26"/>
    <p:sldId id="265" r:id="rId27"/>
    <p:sldId id="266" r:id="rId28"/>
    <p:sldId id="267" r:id="rId29"/>
    <p:sldId id="268" r:id="rId30"/>
    <p:sldId id="269" r:id="rId31"/>
    <p:sldId id="270" r:id="rId32"/>
    <p:sldId id="271" r:id="rId33"/>
    <p:sldId id="298" r:id="rId34"/>
    <p:sldId id="289"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96" y="9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21.05.2025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11</a:t>
            </a:fld>
            <a:endParaRPr lang="cs-CZ"/>
          </a:p>
        </p:txBody>
      </p:sp>
    </p:spTree>
    <p:extLst>
      <p:ext uri="{BB962C8B-B14F-4D97-AF65-F5344CB8AC3E}">
        <p14:creationId xmlns:p14="http://schemas.microsoft.com/office/powerpoint/2010/main" val="1849188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noAutofit/>
          </a:bodyP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FCEAC-3AB0-646B-54A5-EEC726A06A5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A921E1F-94DF-8745-A0B5-1BFFDBF3FF0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B93D192-CEF2-4098-F6A8-04A3E520AC4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15A3E4D-A453-66A2-F99C-053C9C0E37F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3844FBC-4CE9-1003-F2C3-6C84BACF1BE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noAutofit/>
          </a:bodyP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245CCCDB-8D06-B3DD-2DA3-4F327BB04E7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32540CC-D44E-2948-EE9D-BA24F030E93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36037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21.sv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23.sv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4.png"/><Relationship Id="rId1" Type="http://schemas.openxmlformats.org/officeDocument/2006/relationships/slideMaster" Target="../slideMasters/slideMaster2.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3.svg"/></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hyperlink" Target="mailto:sherry@gmail.com" TargetMode="External"/><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Layout 01">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Layout 02">
    <p:spTree>
      <p:nvGrpSpPr>
        <p:cNvPr id="1" name=""/>
        <p:cNvGrpSpPr/>
        <p:nvPr/>
      </p:nvGrpSpPr>
      <p:grpSpPr>
        <a:xfrm>
          <a:off x="0" y="0"/>
          <a:ext cx="0" cy="0"/>
          <a:chOff x="0" y="0"/>
          <a:chExt cx="0" cy="0"/>
        </a:xfrm>
      </p:grpSpPr>
      <p:sp>
        <p:nvSpPr>
          <p:cNvPr id="2" name="AutoShape 2"/>
          <p:cNvSpPr>
            <a:spLocks noGrp="1"/>
          </p:cNvSpPr>
          <p:nvPr>
            <p:ph type="body" sz="quarter" idx="1" hasCustomPrompt="1"/>
          </p:nvPr>
        </p:nvSpPr>
        <p:spPr>
          <a:xfrm>
            <a:off x="1270000" y="2909252"/>
            <a:ext cx="8483600" cy="838200"/>
          </a:xfrm>
          <a:prstGeom prst="rect">
            <a:avLst/>
          </a:prstGeom>
          <a:noFill/>
          <a:ln w="12700">
            <a:noFill/>
            <a:prstDash val="solid"/>
          </a:ln>
          <a:effectLst/>
        </p:spPr>
        <p:txBody>
          <a:bodyPr wrap="square" lIns="0" tIns="0" rIns="0" bIns="0" anchor="ctr">
            <a:noAutofit/>
          </a:bodyPr>
          <a:lstStyle>
            <a:lvl1pPr algn="l">
              <a:lnSpc>
                <a:spcPct val="125000"/>
              </a:lnSpc>
              <a:defRPr sz="4400" b="1" i="0" u="none" strike="noStrike">
                <a:solidFill>
                  <a:srgbClr val="1F2329">
                    <a:alpha val="100000"/>
                  </a:srgbClr>
                </a:solidFill>
                <a:latin typeface="Noto Sans SC"/>
              </a:defRPr>
            </a:lvl1pPr>
          </a:lstStyle>
          <a:p>
            <a:pPr indent="0" algn="l">
              <a:lnSpc>
                <a:spcPct val="125000"/>
              </a:lnSpc>
            </a:pPr>
            <a:r>
              <a:rPr lang="en-US" sz="4400" b="1" i="0" u="none" strike="noStrike">
                <a:solidFill>
                  <a:srgbClr val="1F2329"/>
                </a:solidFill>
                <a:latin typeface="Noto Sans SC"/>
                <a:ea typeface="Noto Sans SC"/>
                <a:cs typeface="Noto Sans SC"/>
                <a:sym typeface="Noto Sans SC"/>
              </a:rPr>
              <a:t>通用模板</a:t>
            </a:r>
          </a:p>
        </p:txBody>
      </p:sp>
      <p:sp>
        <p:nvSpPr>
          <p:cNvPr id="3" name="AutoShape 3"/>
          <p:cNvSpPr>
            <a:spLocks noGrp="1"/>
          </p:cNvSpPr>
          <p:nvPr>
            <p:ph type="body" sz="quarter" idx="2" hasCustomPrompt="1"/>
          </p:nvPr>
        </p:nvSpPr>
        <p:spPr>
          <a:xfrm>
            <a:off x="1270000" y="3722052"/>
            <a:ext cx="8483600" cy="457200"/>
          </a:xfrm>
          <a:prstGeom prst="rect">
            <a:avLst/>
          </a:prstGeom>
          <a:noFill/>
          <a:ln w="12700">
            <a:noFill/>
            <a:prstDash val="solid"/>
          </a:ln>
          <a:effectLst/>
        </p:spPr>
        <p:txBody>
          <a:bodyPr wrap="square" lIns="0" tIns="0" rIns="0" bIns="0" anchor="ctr">
            <a:noAutofit/>
          </a:bodyPr>
          <a:lstStyle>
            <a:lvl1pPr algn="l">
              <a:lnSpc>
                <a:spcPct val="125000"/>
              </a:lnSpc>
              <a:defRPr sz="2400" b="1" i="0" u="none" strike="noStrike">
                <a:solidFill>
                  <a:srgbClr val="1F2329">
                    <a:alpha val="100000"/>
                  </a:srgbClr>
                </a:solidFill>
                <a:latin typeface="Noto Sans SC"/>
              </a:defRPr>
            </a:lvl1pPr>
          </a:lstStyle>
          <a:p>
            <a:pPr indent="0" algn="l">
              <a:lnSpc>
                <a:spcPct val="125000"/>
              </a:lnSpc>
            </a:pPr>
            <a:r>
              <a:rPr lang="en-US" sz="2400" b="1" i="0" u="none" strike="noStrike">
                <a:solidFill>
                  <a:srgbClr val="1F2329"/>
                </a:solidFill>
                <a:latin typeface="Noto Sans SC"/>
                <a:ea typeface="Noto Sans SC"/>
                <a:cs typeface="Noto Sans SC"/>
                <a:sym typeface="Noto Sans SC"/>
              </a:rPr>
              <a:t>通用模板副标题</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Layout 03">
    <p:bg>
      <p:bgPr>
        <a:blipFill dpi="0" rotWithShape="1">
          <a:blip r:embed="rId2">
            <a:lum/>
          </a:blip>
          <a:srcRect/>
          <a:stretch>
            <a:fillRect l="-183" r="-183"/>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3" hasCustomPrompt="1"/>
          </p:nvPr>
        </p:nvSpPr>
        <p:spPr>
          <a:xfrm>
            <a:off x="889668" y="926625"/>
            <a:ext cx="10388600" cy="266700"/>
          </a:xfrm>
          <a:prstGeom prst="rect">
            <a:avLst/>
          </a:prstGeom>
          <a:noFill/>
          <a:ln w="12700">
            <a:noFill/>
            <a:prstDash val="solid"/>
          </a:ln>
          <a:effectLst/>
        </p:spPr>
        <p:txBody>
          <a:bodyPr wrap="square" lIns="0" tIns="0" rIns="0" bIns="0" anchor="ctr">
            <a:noAutofit/>
          </a:bodyPr>
          <a:lstStyle>
            <a:lvl1pPr algn="l">
              <a:lnSpc>
                <a:spcPct val="125000"/>
              </a:lnSpc>
              <a:defRPr sz="1400" b="0" i="0" u="none" strike="noStrike">
                <a:solidFill>
                  <a:srgbClr val="FFFFFF">
                    <a:alpha val="100000"/>
                  </a:srgbClr>
                </a:solidFill>
                <a:latin typeface="Noto Sans SC"/>
              </a:defRPr>
            </a:lvl1pPr>
          </a:lstStyle>
          <a:p>
            <a:pPr indent="0" algn="l">
              <a:lnSpc>
                <a:spcPct val="125000"/>
              </a:lnSpc>
            </a:pPr>
            <a:r>
              <a:rPr lang="en-US" sz="1400" b="0" i="0" u="none" strike="noStrike">
                <a:solidFill>
                  <a:srgbClr val="FFFFFF"/>
                </a:solidFill>
                <a:latin typeface="Noto Sans SC"/>
                <a:ea typeface="Noto Sans SC"/>
                <a:cs typeface="Noto Sans SC"/>
                <a:sym typeface="Noto Sans SC"/>
              </a:rPr>
              <a:t>作者：</a:t>
            </a:r>
          </a:p>
        </p:txBody>
      </p:sp>
      <p:sp>
        <p:nvSpPr>
          <p:cNvPr id="3" name="AutoShape 3"/>
          <p:cNvSpPr>
            <a:spLocks noGrp="1"/>
          </p:cNvSpPr>
          <p:nvPr>
            <p:ph type="body" sz="quarter" idx="4" hasCustomPrompt="1"/>
          </p:nvPr>
        </p:nvSpPr>
        <p:spPr>
          <a:xfrm>
            <a:off x="889668" y="1244125"/>
            <a:ext cx="10388600" cy="266700"/>
          </a:xfrm>
          <a:prstGeom prst="rect">
            <a:avLst/>
          </a:prstGeom>
          <a:noFill/>
          <a:ln w="12700">
            <a:noFill/>
            <a:prstDash val="solid"/>
          </a:ln>
          <a:effectLst/>
        </p:spPr>
        <p:txBody>
          <a:bodyPr wrap="square" lIns="0" tIns="0" rIns="0" bIns="0" anchor="ctr">
            <a:noAutofit/>
          </a:bodyPr>
          <a:lstStyle>
            <a:lvl1pPr algn="l">
              <a:lnSpc>
                <a:spcPct val="125000"/>
              </a:lnSpc>
              <a:defRPr sz="1400" b="0" i="0" u="none" strike="noStrike">
                <a:solidFill>
                  <a:srgbClr val="FFFFFF">
                    <a:alpha val="100000"/>
                  </a:srgbClr>
                </a:solidFill>
                <a:latin typeface="Noto Sans SC"/>
              </a:defRPr>
            </a:lvl1pPr>
          </a:lstStyle>
          <a:p>
            <a:pPr indent="0" algn="l">
              <a:lnSpc>
                <a:spcPct val="125000"/>
              </a:lnSpc>
            </a:pPr>
            <a:r>
              <a:rPr lang="en-US" sz="1400" b="0" i="0" u="none" strike="noStrike">
                <a:solidFill>
                  <a:srgbClr val="FFFFFF"/>
                </a:solidFill>
                <a:latin typeface="Noto Sans SC"/>
                <a:ea typeface="Noto Sans SC"/>
                <a:cs typeface="Noto Sans SC"/>
                <a:sym typeface="Noto Sans SC"/>
              </a:rPr>
              <a:t>日期：</a:t>
            </a:r>
          </a:p>
        </p:txBody>
      </p:sp>
      <p:sp>
        <p:nvSpPr>
          <p:cNvPr id="4" name="AutoShape 4"/>
          <p:cNvSpPr>
            <a:spLocks noGrp="1"/>
          </p:cNvSpPr>
          <p:nvPr>
            <p:ph type="body" sz="quarter" idx="5" hasCustomPrompt="1"/>
          </p:nvPr>
        </p:nvSpPr>
        <p:spPr>
          <a:xfrm>
            <a:off x="889668" y="5047455"/>
            <a:ext cx="103886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FFFFFF">
                    <a:alpha val="100000"/>
                  </a:srgbClr>
                </a:solidFill>
                <a:latin typeface="Noto Sans SC"/>
              </a:defRPr>
            </a:lvl1pPr>
          </a:lstStyle>
          <a:p>
            <a:pPr indent="0" algn="l">
              <a:lnSpc>
                <a:spcPct val="125000"/>
              </a:lnSpc>
            </a:pPr>
            <a:r>
              <a:rPr lang="en-US" sz="3200" b="1" i="0" u="none" strike="noStrike">
                <a:solidFill>
                  <a:srgbClr val="FFFFFF"/>
                </a:solidFill>
                <a:latin typeface="Noto Sans SC"/>
                <a:ea typeface="Noto Sans SC"/>
                <a:cs typeface="Noto Sans SC"/>
                <a:sym typeface="Noto Sans SC"/>
              </a:rPr>
              <a:t>通用模板</a:t>
            </a:r>
          </a:p>
        </p:txBody>
      </p:sp>
      <p:sp>
        <p:nvSpPr>
          <p:cNvPr id="5" name="AutoShape 5"/>
          <p:cNvSpPr>
            <a:spLocks noGrp="1"/>
          </p:cNvSpPr>
          <p:nvPr>
            <p:ph type="body" sz="quarter" idx="6" hasCustomPrompt="1"/>
          </p:nvPr>
        </p:nvSpPr>
        <p:spPr>
          <a:xfrm>
            <a:off x="889668" y="5695155"/>
            <a:ext cx="103886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FFFFFF">
                    <a:alpha val="100000"/>
                  </a:srgbClr>
                </a:solidFill>
                <a:latin typeface="Noto Sans SC"/>
              </a:defRPr>
            </a:lvl1pPr>
          </a:lstStyle>
          <a:p>
            <a:pPr indent="0" algn="l">
              <a:lnSpc>
                <a:spcPct val="125000"/>
              </a:lnSpc>
            </a:pPr>
            <a:r>
              <a:rPr lang="en-US" sz="1600" b="1" i="0" u="none" strike="noStrike">
                <a:solidFill>
                  <a:srgbClr val="FFFFFF"/>
                </a:solidFill>
                <a:latin typeface="Noto Sans SC"/>
                <a:ea typeface="Noto Sans SC"/>
                <a:cs typeface="Noto Sans SC"/>
                <a:sym typeface="Noto Sans SC"/>
              </a:rPr>
              <a:t>通用模板副标题</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Layout 04">
    <p:bg>
      <p:bgPr>
        <a:solidFill>
          <a:srgbClr val="F4F5F6">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7" hasCustomPrompt="1"/>
          </p:nvPr>
        </p:nvSpPr>
        <p:spPr>
          <a:xfrm>
            <a:off x="889668" y="1117600"/>
            <a:ext cx="10388600" cy="609600"/>
          </a:xfrm>
          <a:prstGeom prst="rect">
            <a:avLst/>
          </a:prstGeom>
          <a:noFill/>
          <a:ln w="12700">
            <a:noFill/>
            <a:prstDash val="solid"/>
          </a:ln>
          <a:effectLst/>
        </p:spPr>
        <p:txBody>
          <a:bodyPr wrap="square" lIns="0" tIns="0" rIns="0" bIns="0" anchor="ctr">
            <a:noAutofit/>
          </a:bodyPr>
          <a:lstStyle>
            <a:lvl1pPr algn="ctr">
              <a:lnSpc>
                <a:spcPct val="125000"/>
              </a:lnSpc>
              <a:defRPr sz="3200" b="1" i="0" u="none" strike="noStrike">
                <a:solidFill>
                  <a:srgbClr val="1F2329">
                    <a:alpha val="100000"/>
                  </a:srgbClr>
                </a:solidFill>
                <a:latin typeface="Noto Sans SC"/>
              </a:defRPr>
            </a:lvl1pPr>
          </a:lstStyle>
          <a:p>
            <a:pPr indent="0" algn="ctr">
              <a:lnSpc>
                <a:spcPct val="125000"/>
              </a:lnSpc>
            </a:pPr>
            <a:r>
              <a:rPr lang="en-US" sz="3200" b="1" i="0" u="none" strike="noStrike">
                <a:solidFill>
                  <a:srgbClr val="1F2329"/>
                </a:solidFill>
                <a:latin typeface="Noto Sans SC"/>
                <a:ea typeface="Noto Sans SC"/>
                <a:cs typeface="Noto Sans SC"/>
                <a:sym typeface="Noto Sans SC"/>
              </a:rPr>
              <a:t>目录</a:t>
            </a:r>
          </a:p>
        </p:txBody>
      </p:sp>
      <p:sp>
        <p:nvSpPr>
          <p:cNvPr id="3" name="AutoShape 3"/>
          <p:cNvSpPr/>
          <p:nvPr/>
        </p:nvSpPr>
        <p:spPr>
          <a:xfrm>
            <a:off x="519005" y="2295913"/>
            <a:ext cx="2540000" cy="3302000"/>
          </a:xfrm>
          <a:prstGeom prst="roundRect">
            <a:avLst>
              <a:gd name="adj" fmla="val 6000"/>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4" name="AutoShape 4"/>
          <p:cNvSpPr/>
          <p:nvPr/>
        </p:nvSpPr>
        <p:spPr>
          <a:xfrm>
            <a:off x="3390335" y="2295913"/>
            <a:ext cx="2540000" cy="3302000"/>
          </a:xfrm>
          <a:prstGeom prst="roundRect">
            <a:avLst>
              <a:gd name="adj" fmla="val 6000"/>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5" name="AutoShape 5"/>
          <p:cNvSpPr/>
          <p:nvPr/>
        </p:nvSpPr>
        <p:spPr>
          <a:xfrm>
            <a:off x="6261665" y="2295913"/>
            <a:ext cx="2540000" cy="3302000"/>
          </a:xfrm>
          <a:prstGeom prst="roundRect">
            <a:avLst>
              <a:gd name="adj" fmla="val 6000"/>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6" name="AutoShape 6"/>
          <p:cNvSpPr/>
          <p:nvPr/>
        </p:nvSpPr>
        <p:spPr>
          <a:xfrm>
            <a:off x="9132995" y="2295913"/>
            <a:ext cx="2540000" cy="3302000"/>
          </a:xfrm>
          <a:prstGeom prst="roundRect">
            <a:avLst>
              <a:gd name="adj" fmla="val 6000"/>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7" name="AutoShape 7"/>
          <p:cNvSpPr/>
          <p:nvPr/>
        </p:nvSpPr>
        <p:spPr>
          <a:xfrm>
            <a:off x="750377" y="2724598"/>
            <a:ext cx="2077256" cy="660400"/>
          </a:xfrm>
          <a:prstGeom prst="rect">
            <a:avLst/>
          </a:prstGeom>
          <a:noFill/>
          <a:ln w="12700">
            <a:noFill/>
            <a:prstDash val="solid"/>
          </a:ln>
        </p:spPr>
        <p:txBody>
          <a:bodyPr wrap="square" lIns="0" tIns="127000" rIns="0" bIns="127000" rtlCol="0" anchor="ctr">
            <a:noAutofit/>
          </a:bodyPr>
          <a:lstStyle/>
          <a:p>
            <a:pPr indent="0" algn="l">
              <a:lnSpc>
                <a:spcPct val="83333"/>
              </a:lnSpc>
              <a:defRPr/>
            </a:pPr>
            <a:r>
              <a:rPr lang="en-US" sz="3200" b="0" i="1" u="none" strike="noStrike">
                <a:solidFill>
                  <a:srgbClr val="4E6EFD"/>
                </a:solidFill>
                <a:latin typeface="Arial Black"/>
                <a:ea typeface="Arial Black"/>
                <a:cs typeface="Arial Black"/>
                <a:sym typeface="Arial Black"/>
              </a:rPr>
              <a:t>01.</a:t>
            </a:r>
            <a:endParaRPr lang="en-US" sz="1100"/>
          </a:p>
        </p:txBody>
      </p:sp>
      <p:sp>
        <p:nvSpPr>
          <p:cNvPr id="8" name="AutoShape 8"/>
          <p:cNvSpPr/>
          <p:nvPr/>
        </p:nvSpPr>
        <p:spPr>
          <a:xfrm>
            <a:off x="3621707" y="2724598"/>
            <a:ext cx="2082800" cy="660400"/>
          </a:xfrm>
          <a:prstGeom prst="rect">
            <a:avLst/>
          </a:prstGeom>
          <a:noFill/>
          <a:ln w="12700">
            <a:noFill/>
            <a:prstDash val="solid"/>
          </a:ln>
        </p:spPr>
        <p:txBody>
          <a:bodyPr wrap="square" lIns="0" tIns="127000" rIns="0" bIns="127000" rtlCol="0" anchor="ctr">
            <a:noAutofit/>
          </a:bodyPr>
          <a:lstStyle/>
          <a:p>
            <a:pPr indent="0" algn="l">
              <a:lnSpc>
                <a:spcPct val="83333"/>
              </a:lnSpc>
              <a:defRPr/>
            </a:pPr>
            <a:r>
              <a:rPr lang="en-US" sz="3200" b="0" i="1" u="none" strike="noStrike">
                <a:solidFill>
                  <a:srgbClr val="4E6EFD"/>
                </a:solidFill>
                <a:latin typeface="Arial Black"/>
                <a:ea typeface="Arial Black"/>
                <a:cs typeface="Arial Black"/>
                <a:sym typeface="Arial Black"/>
              </a:rPr>
              <a:t>02.</a:t>
            </a:r>
            <a:endParaRPr lang="en-US" sz="1100"/>
          </a:p>
        </p:txBody>
      </p:sp>
      <p:sp>
        <p:nvSpPr>
          <p:cNvPr id="9" name="AutoShape 9"/>
          <p:cNvSpPr/>
          <p:nvPr/>
        </p:nvSpPr>
        <p:spPr>
          <a:xfrm>
            <a:off x="6493037" y="2724598"/>
            <a:ext cx="2082800" cy="660400"/>
          </a:xfrm>
          <a:prstGeom prst="rect">
            <a:avLst/>
          </a:prstGeom>
          <a:noFill/>
          <a:ln w="12700">
            <a:noFill/>
            <a:prstDash val="solid"/>
          </a:ln>
        </p:spPr>
        <p:txBody>
          <a:bodyPr wrap="square" lIns="0" tIns="127000" rIns="0" bIns="127000" rtlCol="0" anchor="ctr">
            <a:noAutofit/>
          </a:bodyPr>
          <a:lstStyle/>
          <a:p>
            <a:pPr indent="0" algn="l">
              <a:lnSpc>
                <a:spcPct val="83333"/>
              </a:lnSpc>
              <a:defRPr/>
            </a:pPr>
            <a:r>
              <a:rPr lang="en-US" sz="3200" b="0" i="1" u="none" strike="noStrike">
                <a:solidFill>
                  <a:srgbClr val="4E6EFD"/>
                </a:solidFill>
                <a:latin typeface="Arial Black"/>
                <a:ea typeface="Arial Black"/>
                <a:cs typeface="Arial Black"/>
                <a:sym typeface="Arial Black"/>
              </a:rPr>
              <a:t>03.</a:t>
            </a:r>
            <a:endParaRPr lang="en-US" sz="1100"/>
          </a:p>
        </p:txBody>
      </p:sp>
      <p:sp>
        <p:nvSpPr>
          <p:cNvPr id="10" name="AutoShape 10"/>
          <p:cNvSpPr/>
          <p:nvPr/>
        </p:nvSpPr>
        <p:spPr>
          <a:xfrm>
            <a:off x="9364367" y="2724598"/>
            <a:ext cx="2082800" cy="660400"/>
          </a:xfrm>
          <a:prstGeom prst="rect">
            <a:avLst/>
          </a:prstGeom>
          <a:noFill/>
          <a:ln w="12700">
            <a:noFill/>
            <a:prstDash val="solid"/>
          </a:ln>
        </p:spPr>
        <p:txBody>
          <a:bodyPr wrap="square" lIns="0" tIns="127000" rIns="0" bIns="127000" rtlCol="0" anchor="ctr">
            <a:noAutofit/>
          </a:bodyPr>
          <a:lstStyle/>
          <a:p>
            <a:pPr indent="0" algn="l">
              <a:lnSpc>
                <a:spcPct val="83333"/>
              </a:lnSpc>
              <a:defRPr/>
            </a:pPr>
            <a:r>
              <a:rPr lang="en-US" sz="3200" b="0" i="1" u="none" strike="noStrike">
                <a:solidFill>
                  <a:srgbClr val="4E6EFD"/>
                </a:solidFill>
                <a:latin typeface="Arial Black"/>
                <a:ea typeface="Arial Black"/>
                <a:cs typeface="Arial Black"/>
                <a:sym typeface="Arial Black"/>
              </a:rPr>
              <a:t>04.</a:t>
            </a:r>
            <a:endParaRPr lang="en-US" sz="1100"/>
          </a:p>
        </p:txBody>
      </p:sp>
      <p:sp>
        <p:nvSpPr>
          <p:cNvPr id="11" name="AutoShape 11"/>
          <p:cNvSpPr>
            <a:spLocks noGrp="1"/>
          </p:cNvSpPr>
          <p:nvPr>
            <p:ph type="body" sz="quarter" idx="8" hasCustomPrompt="1"/>
          </p:nvPr>
        </p:nvSpPr>
        <p:spPr>
          <a:xfrm>
            <a:off x="750377" y="3527104"/>
            <a:ext cx="20828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目录标题</a:t>
            </a:r>
          </a:p>
        </p:txBody>
      </p:sp>
      <p:sp>
        <p:nvSpPr>
          <p:cNvPr id="12" name="AutoShape 12"/>
          <p:cNvSpPr>
            <a:spLocks noGrp="1"/>
          </p:cNvSpPr>
          <p:nvPr>
            <p:ph type="body" sz="quarter" idx="9" hasCustomPrompt="1"/>
          </p:nvPr>
        </p:nvSpPr>
        <p:spPr>
          <a:xfrm>
            <a:off x="750377" y="3946913"/>
            <a:ext cx="2082800" cy="1333500"/>
          </a:xfrm>
          <a:prstGeom prst="rect">
            <a:avLst/>
          </a:prstGeom>
          <a:noFill/>
          <a:ln w="12700">
            <a:noFill/>
            <a:prstDash val="solid"/>
          </a:ln>
          <a:effectLst/>
        </p:spPr>
        <p:txBody>
          <a:bodyPr wrap="square" lIns="0" tIns="0" rIns="0" bIns="0" anchor="ctr">
            <a:noAutofit/>
          </a:bodyPr>
          <a:lstStyle>
            <a:lvl1pPr algn="l">
              <a:lnSpc>
                <a:spcPct val="125000"/>
              </a:lnSpc>
              <a:defRPr sz="1400" b="0" i="0" u="none" strike="noStrike">
                <a:solidFill>
                  <a:srgbClr val="64666B">
                    <a:alpha val="100000"/>
                  </a:srgbClr>
                </a:solidFill>
                <a:latin typeface="Noto Sans SC"/>
              </a:defRPr>
            </a:lvl1pPr>
          </a:lstStyle>
          <a:p>
            <a:pPr indent="0" algn="l">
              <a:lnSpc>
                <a:spcPct val="125000"/>
              </a:lnSpc>
            </a:pPr>
            <a:r>
              <a:rPr lang="en-US" sz="14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3" name="AutoShape 13"/>
          <p:cNvSpPr>
            <a:spLocks noGrp="1"/>
          </p:cNvSpPr>
          <p:nvPr>
            <p:ph type="body" sz="quarter" idx="10" hasCustomPrompt="1"/>
          </p:nvPr>
        </p:nvSpPr>
        <p:spPr>
          <a:xfrm>
            <a:off x="3621707" y="3527104"/>
            <a:ext cx="20828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目录标题</a:t>
            </a:r>
          </a:p>
        </p:txBody>
      </p:sp>
      <p:sp>
        <p:nvSpPr>
          <p:cNvPr id="14" name="AutoShape 14"/>
          <p:cNvSpPr>
            <a:spLocks noGrp="1"/>
          </p:cNvSpPr>
          <p:nvPr>
            <p:ph type="body" sz="quarter" idx="11" hasCustomPrompt="1"/>
          </p:nvPr>
        </p:nvSpPr>
        <p:spPr>
          <a:xfrm>
            <a:off x="3621707" y="3946913"/>
            <a:ext cx="2082800" cy="1333500"/>
          </a:xfrm>
          <a:prstGeom prst="rect">
            <a:avLst/>
          </a:prstGeom>
          <a:noFill/>
          <a:ln w="12700">
            <a:noFill/>
            <a:prstDash val="solid"/>
          </a:ln>
          <a:effectLst/>
        </p:spPr>
        <p:txBody>
          <a:bodyPr wrap="square" lIns="0" tIns="0" rIns="0" bIns="0" anchor="ctr">
            <a:noAutofit/>
          </a:bodyPr>
          <a:lstStyle>
            <a:lvl1pPr algn="l">
              <a:lnSpc>
                <a:spcPct val="125000"/>
              </a:lnSpc>
              <a:defRPr sz="1400" b="0" i="0" u="none" strike="noStrike">
                <a:solidFill>
                  <a:srgbClr val="64666B">
                    <a:alpha val="100000"/>
                  </a:srgbClr>
                </a:solidFill>
                <a:latin typeface="Noto Sans SC"/>
              </a:defRPr>
            </a:lvl1pPr>
          </a:lstStyle>
          <a:p>
            <a:pPr indent="0" algn="l">
              <a:lnSpc>
                <a:spcPct val="125000"/>
              </a:lnSpc>
            </a:pPr>
            <a:r>
              <a:rPr lang="en-US" sz="14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5" name="AutoShape 15"/>
          <p:cNvSpPr>
            <a:spLocks noGrp="1"/>
          </p:cNvSpPr>
          <p:nvPr>
            <p:ph type="body" sz="quarter" idx="12" hasCustomPrompt="1"/>
          </p:nvPr>
        </p:nvSpPr>
        <p:spPr>
          <a:xfrm>
            <a:off x="6490265" y="3527104"/>
            <a:ext cx="20828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目录标题</a:t>
            </a:r>
          </a:p>
        </p:txBody>
      </p:sp>
      <p:sp>
        <p:nvSpPr>
          <p:cNvPr id="16" name="AutoShape 16"/>
          <p:cNvSpPr>
            <a:spLocks noGrp="1"/>
          </p:cNvSpPr>
          <p:nvPr>
            <p:ph type="body" sz="quarter" idx="13" hasCustomPrompt="1"/>
          </p:nvPr>
        </p:nvSpPr>
        <p:spPr>
          <a:xfrm>
            <a:off x="6490265" y="3946913"/>
            <a:ext cx="2082800" cy="1333500"/>
          </a:xfrm>
          <a:prstGeom prst="rect">
            <a:avLst/>
          </a:prstGeom>
          <a:noFill/>
          <a:ln w="12700">
            <a:noFill/>
            <a:prstDash val="solid"/>
          </a:ln>
          <a:effectLst/>
        </p:spPr>
        <p:txBody>
          <a:bodyPr wrap="square" lIns="0" tIns="0" rIns="0" bIns="0" anchor="ctr">
            <a:noAutofit/>
          </a:bodyPr>
          <a:lstStyle>
            <a:lvl1pPr algn="l">
              <a:lnSpc>
                <a:spcPct val="125000"/>
              </a:lnSpc>
              <a:defRPr sz="1400" b="0" i="0" u="none" strike="noStrike">
                <a:solidFill>
                  <a:srgbClr val="64666B">
                    <a:alpha val="100000"/>
                  </a:srgbClr>
                </a:solidFill>
                <a:latin typeface="Noto Sans SC"/>
              </a:defRPr>
            </a:lvl1pPr>
          </a:lstStyle>
          <a:p>
            <a:pPr indent="0" algn="l">
              <a:lnSpc>
                <a:spcPct val="125000"/>
              </a:lnSpc>
            </a:pPr>
            <a:r>
              <a:rPr lang="en-US" sz="14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7" name="AutoShape 17"/>
          <p:cNvSpPr>
            <a:spLocks noGrp="1"/>
          </p:cNvSpPr>
          <p:nvPr>
            <p:ph type="body" sz="quarter" idx="14" hasCustomPrompt="1"/>
          </p:nvPr>
        </p:nvSpPr>
        <p:spPr>
          <a:xfrm>
            <a:off x="9361595" y="3527104"/>
            <a:ext cx="20828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目录标题</a:t>
            </a:r>
          </a:p>
        </p:txBody>
      </p:sp>
      <p:sp>
        <p:nvSpPr>
          <p:cNvPr id="18" name="AutoShape 18"/>
          <p:cNvSpPr>
            <a:spLocks noGrp="1"/>
          </p:cNvSpPr>
          <p:nvPr>
            <p:ph type="body" sz="quarter" idx="15" hasCustomPrompt="1"/>
          </p:nvPr>
        </p:nvSpPr>
        <p:spPr>
          <a:xfrm>
            <a:off x="9361595" y="3946913"/>
            <a:ext cx="2082800" cy="1333500"/>
          </a:xfrm>
          <a:prstGeom prst="rect">
            <a:avLst/>
          </a:prstGeom>
          <a:noFill/>
          <a:ln w="12700">
            <a:noFill/>
            <a:prstDash val="solid"/>
          </a:ln>
          <a:effectLst/>
        </p:spPr>
        <p:txBody>
          <a:bodyPr wrap="square" lIns="0" tIns="0" rIns="0" bIns="0" anchor="ctr">
            <a:noAutofit/>
          </a:bodyPr>
          <a:lstStyle>
            <a:lvl1pPr algn="l">
              <a:lnSpc>
                <a:spcPct val="125000"/>
              </a:lnSpc>
              <a:defRPr sz="1400" b="0" i="0" u="none" strike="noStrike">
                <a:solidFill>
                  <a:srgbClr val="64666B">
                    <a:alpha val="100000"/>
                  </a:srgbClr>
                </a:solidFill>
                <a:latin typeface="Noto Sans SC"/>
              </a:defRPr>
            </a:lvl1pPr>
          </a:lstStyle>
          <a:p>
            <a:pPr indent="0" algn="l">
              <a:lnSpc>
                <a:spcPct val="125000"/>
              </a:lnSpc>
            </a:pPr>
            <a:r>
              <a:rPr lang="en-US" sz="14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Layout 05">
    <p:spTree>
      <p:nvGrpSpPr>
        <p:cNvPr id="1" name=""/>
        <p:cNvGrpSpPr/>
        <p:nvPr/>
      </p:nvGrpSpPr>
      <p:grpSpPr>
        <a:xfrm>
          <a:off x="0" y="0"/>
          <a:ext cx="0" cy="0"/>
          <a:chOff x="0" y="0"/>
          <a:chExt cx="0" cy="0"/>
        </a:xfrm>
      </p:grpSpPr>
      <p:sp>
        <p:nvSpPr>
          <p:cNvPr id="2" name="AutoShape 2"/>
          <p:cNvSpPr/>
          <p:nvPr/>
        </p:nvSpPr>
        <p:spPr>
          <a:xfrm>
            <a:off x="1270668" y="2519549"/>
            <a:ext cx="508000" cy="508000"/>
          </a:xfrm>
          <a:prstGeom prst="ellipse">
            <a:avLst/>
          </a:prstGeom>
          <a:solidFill>
            <a:srgbClr val="4E6EFD">
              <a:alpha val="100000"/>
            </a:srgbClr>
          </a:solidFill>
          <a:ln w="25400">
            <a:noFill/>
            <a:prstDash val="solid"/>
          </a:ln>
        </p:spPr>
        <p:txBody>
          <a:bodyPr wrap="square" lIns="0" tIns="0" rIns="0" bIns="0" rtlCol="0" anchor="ctr">
            <a:noAutofit/>
          </a:bodyPr>
          <a:lstStyle/>
          <a:p>
            <a:pPr indent="0" algn="ctr">
              <a:lnSpc>
                <a:spcPct val="100000"/>
              </a:lnSpc>
              <a:defRPr/>
            </a:pPr>
            <a:r>
              <a:rPr lang="en-US" sz="1400" b="1" i="0" u="none" strike="noStrike">
                <a:solidFill>
                  <a:srgbClr val="FFFFFF">
                    <a:alpha val="92157"/>
                  </a:srgbClr>
                </a:solidFill>
                <a:latin typeface="Arial"/>
                <a:ea typeface="Arial"/>
                <a:cs typeface="Arial"/>
                <a:sym typeface="Arial"/>
              </a:rPr>
              <a:t>01</a:t>
            </a:r>
            <a:endParaRPr lang="en-US" sz="1100"/>
          </a:p>
        </p:txBody>
      </p:sp>
      <p:sp>
        <p:nvSpPr>
          <p:cNvPr id="3" name="AutoShape 3"/>
          <p:cNvSpPr/>
          <p:nvPr/>
        </p:nvSpPr>
        <p:spPr>
          <a:xfrm>
            <a:off x="6407995" y="2519549"/>
            <a:ext cx="508000" cy="508000"/>
          </a:xfrm>
          <a:prstGeom prst="ellipse">
            <a:avLst/>
          </a:prstGeom>
          <a:solidFill>
            <a:srgbClr val="4E6EFD">
              <a:alpha val="100000"/>
            </a:srgbClr>
          </a:solidFill>
          <a:ln w="25400">
            <a:noFill/>
            <a:prstDash val="solid"/>
          </a:ln>
        </p:spPr>
        <p:txBody>
          <a:bodyPr wrap="square" lIns="0" tIns="0" rIns="0" bIns="0" rtlCol="0" anchor="ctr">
            <a:noAutofit/>
          </a:bodyPr>
          <a:lstStyle/>
          <a:p>
            <a:pPr indent="0" algn="ctr">
              <a:lnSpc>
                <a:spcPct val="100000"/>
              </a:lnSpc>
              <a:defRPr/>
            </a:pPr>
            <a:r>
              <a:rPr lang="en-US" sz="3200" b="1" i="0" u="none" strike="noStrike">
                <a:solidFill>
                  <a:srgbClr val="FFFFFF">
                    <a:alpha val="92157"/>
                  </a:srgbClr>
                </a:solidFill>
                <a:latin typeface="Arial"/>
                <a:ea typeface="Arial"/>
                <a:cs typeface="Arial"/>
                <a:sym typeface="Arial"/>
              </a:rPr>
              <a:t>02</a:t>
            </a:r>
            <a:endParaRPr lang="en-US" sz="1100"/>
          </a:p>
        </p:txBody>
      </p:sp>
      <p:sp>
        <p:nvSpPr>
          <p:cNvPr id="4" name="AutoShape 4"/>
          <p:cNvSpPr/>
          <p:nvPr/>
        </p:nvSpPr>
        <p:spPr>
          <a:xfrm>
            <a:off x="1270668" y="3641725"/>
            <a:ext cx="508000" cy="508000"/>
          </a:xfrm>
          <a:prstGeom prst="ellipse">
            <a:avLst/>
          </a:prstGeom>
          <a:solidFill>
            <a:srgbClr val="4E6EFD">
              <a:alpha val="100000"/>
            </a:srgbClr>
          </a:solidFill>
          <a:ln w="25400">
            <a:noFill/>
            <a:prstDash val="solid"/>
          </a:ln>
        </p:spPr>
        <p:txBody>
          <a:bodyPr wrap="square" lIns="0" tIns="0" rIns="0" bIns="0" rtlCol="0" anchor="ctr">
            <a:noAutofit/>
          </a:bodyPr>
          <a:lstStyle/>
          <a:p>
            <a:pPr indent="0" algn="ctr">
              <a:lnSpc>
                <a:spcPct val="100000"/>
              </a:lnSpc>
              <a:defRPr/>
            </a:pPr>
            <a:r>
              <a:rPr lang="en-US" sz="3200" b="1" i="0" u="none" strike="noStrike">
                <a:solidFill>
                  <a:srgbClr val="FFFFFF">
                    <a:alpha val="92157"/>
                  </a:srgbClr>
                </a:solidFill>
                <a:latin typeface="Arial"/>
                <a:ea typeface="Arial"/>
                <a:cs typeface="Arial"/>
                <a:sym typeface="Arial"/>
              </a:rPr>
              <a:t>03</a:t>
            </a:r>
            <a:endParaRPr lang="en-US" sz="1100"/>
          </a:p>
        </p:txBody>
      </p:sp>
      <p:sp>
        <p:nvSpPr>
          <p:cNvPr id="5" name="AutoShape 5"/>
          <p:cNvSpPr/>
          <p:nvPr/>
        </p:nvSpPr>
        <p:spPr>
          <a:xfrm>
            <a:off x="6407995" y="3641725"/>
            <a:ext cx="508000" cy="508000"/>
          </a:xfrm>
          <a:prstGeom prst="ellipse">
            <a:avLst/>
          </a:prstGeom>
          <a:solidFill>
            <a:srgbClr val="4E6EFD">
              <a:alpha val="100000"/>
            </a:srgbClr>
          </a:solidFill>
          <a:ln w="25400">
            <a:noFill/>
            <a:prstDash val="solid"/>
          </a:ln>
        </p:spPr>
        <p:txBody>
          <a:bodyPr wrap="square" lIns="0" tIns="0" rIns="0" bIns="0" rtlCol="0" anchor="ctr">
            <a:noAutofit/>
          </a:bodyPr>
          <a:lstStyle/>
          <a:p>
            <a:pPr indent="0" algn="ctr">
              <a:lnSpc>
                <a:spcPct val="100000"/>
              </a:lnSpc>
              <a:defRPr/>
            </a:pPr>
            <a:r>
              <a:rPr lang="en-US" sz="3200" b="1" i="0" u="none" strike="noStrike">
                <a:solidFill>
                  <a:srgbClr val="FFFFFF">
                    <a:alpha val="92157"/>
                  </a:srgbClr>
                </a:solidFill>
                <a:latin typeface="Arial"/>
                <a:ea typeface="Arial"/>
                <a:cs typeface="Arial"/>
                <a:sym typeface="Arial"/>
              </a:rPr>
              <a:t>04</a:t>
            </a:r>
            <a:endParaRPr lang="en-US" sz="1100"/>
          </a:p>
        </p:txBody>
      </p:sp>
      <p:sp>
        <p:nvSpPr>
          <p:cNvPr id="6" name="AutoShape 6"/>
          <p:cNvSpPr/>
          <p:nvPr/>
        </p:nvSpPr>
        <p:spPr>
          <a:xfrm>
            <a:off x="1270668" y="4763901"/>
            <a:ext cx="508000" cy="508000"/>
          </a:xfrm>
          <a:prstGeom prst="ellipse">
            <a:avLst/>
          </a:prstGeom>
          <a:solidFill>
            <a:srgbClr val="4E6EFD">
              <a:alpha val="100000"/>
            </a:srgbClr>
          </a:solidFill>
          <a:ln w="25400">
            <a:noFill/>
            <a:prstDash val="solid"/>
          </a:ln>
        </p:spPr>
        <p:txBody>
          <a:bodyPr wrap="square" lIns="0" tIns="0" rIns="0" bIns="0" rtlCol="0" anchor="ctr">
            <a:noAutofit/>
          </a:bodyPr>
          <a:lstStyle/>
          <a:p>
            <a:pPr indent="0" algn="ctr">
              <a:lnSpc>
                <a:spcPct val="100000"/>
              </a:lnSpc>
              <a:defRPr/>
            </a:pPr>
            <a:r>
              <a:rPr lang="en-US" sz="3200" b="1" i="0" u="none" strike="noStrike">
                <a:solidFill>
                  <a:srgbClr val="FFFFFF">
                    <a:alpha val="92157"/>
                  </a:srgbClr>
                </a:solidFill>
                <a:latin typeface="Arial"/>
                <a:ea typeface="Arial"/>
                <a:cs typeface="Arial"/>
                <a:sym typeface="Arial"/>
              </a:rPr>
              <a:t>05</a:t>
            </a:r>
            <a:endParaRPr lang="en-US" sz="1100"/>
          </a:p>
        </p:txBody>
      </p:sp>
      <p:sp>
        <p:nvSpPr>
          <p:cNvPr id="7" name="AutoShape 7"/>
          <p:cNvSpPr/>
          <p:nvPr/>
        </p:nvSpPr>
        <p:spPr>
          <a:xfrm>
            <a:off x="6407995" y="4763901"/>
            <a:ext cx="508000" cy="508000"/>
          </a:xfrm>
          <a:prstGeom prst="ellipse">
            <a:avLst/>
          </a:prstGeom>
          <a:solidFill>
            <a:srgbClr val="4E6EFD">
              <a:alpha val="100000"/>
            </a:srgbClr>
          </a:solidFill>
          <a:ln w="25400">
            <a:noFill/>
            <a:prstDash val="solid"/>
          </a:ln>
        </p:spPr>
        <p:txBody>
          <a:bodyPr wrap="square" lIns="0" tIns="0" rIns="0" bIns="0" rtlCol="0" anchor="ctr">
            <a:noAutofit/>
          </a:bodyPr>
          <a:lstStyle/>
          <a:p>
            <a:pPr indent="0" algn="ctr">
              <a:lnSpc>
                <a:spcPct val="100000"/>
              </a:lnSpc>
              <a:defRPr/>
            </a:pPr>
            <a:r>
              <a:rPr lang="en-US" sz="3200" b="1" i="0" u="none" strike="noStrike">
                <a:solidFill>
                  <a:srgbClr val="FFFFFF">
                    <a:alpha val="92157"/>
                  </a:srgbClr>
                </a:solidFill>
                <a:latin typeface="Arial"/>
                <a:ea typeface="Arial"/>
                <a:cs typeface="Arial"/>
                <a:sym typeface="Arial"/>
              </a:rPr>
              <a:t>06</a:t>
            </a:r>
            <a:endParaRPr lang="en-US" sz="1100"/>
          </a:p>
        </p:txBody>
      </p:sp>
      <p:sp>
        <p:nvSpPr>
          <p:cNvPr id="8" name="AutoShape 8"/>
          <p:cNvSpPr>
            <a:spLocks noGrp="1"/>
          </p:cNvSpPr>
          <p:nvPr>
            <p:ph type="body" sz="quarter" idx="16" hasCustomPrompt="1"/>
          </p:nvPr>
        </p:nvSpPr>
        <p:spPr>
          <a:xfrm>
            <a:off x="1270668" y="1371600"/>
            <a:ext cx="9652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目录</a:t>
            </a:r>
          </a:p>
        </p:txBody>
      </p:sp>
      <p:sp>
        <p:nvSpPr>
          <p:cNvPr id="9" name="AutoShape 9"/>
          <p:cNvSpPr>
            <a:spLocks noGrp="1"/>
          </p:cNvSpPr>
          <p:nvPr>
            <p:ph type="body" sz="quarter" idx="17" hasCustomPrompt="1"/>
          </p:nvPr>
        </p:nvSpPr>
        <p:spPr>
          <a:xfrm>
            <a:off x="1974673" y="2602099"/>
            <a:ext cx="3810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defRPr>
            </a:lvl1pPr>
          </a:lstStyle>
          <a:p>
            <a:pPr indent="0" algn="l">
              <a:lnSpc>
                <a:spcPct val="125000"/>
              </a:lnSpc>
            </a:pPr>
            <a:r>
              <a:rPr lang="en-US" sz="1800" b="1" i="0" u="none" strike="noStrike">
                <a:solidFill>
                  <a:srgbClr val="1F2329"/>
                </a:solidFill>
              </a:rPr>
              <a:t>目录标题</a:t>
            </a:r>
          </a:p>
        </p:txBody>
      </p:sp>
      <p:sp>
        <p:nvSpPr>
          <p:cNvPr id="10" name="AutoShape 10"/>
          <p:cNvSpPr>
            <a:spLocks noGrp="1"/>
          </p:cNvSpPr>
          <p:nvPr>
            <p:ph type="body" sz="quarter" idx="18" hasCustomPrompt="1"/>
          </p:nvPr>
        </p:nvSpPr>
        <p:spPr>
          <a:xfrm>
            <a:off x="7112000" y="2602099"/>
            <a:ext cx="3810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defRPr>
            </a:lvl1pPr>
          </a:lstStyle>
          <a:p>
            <a:pPr indent="0" algn="l">
              <a:lnSpc>
                <a:spcPct val="125000"/>
              </a:lnSpc>
            </a:pPr>
            <a:r>
              <a:rPr lang="en-US" sz="1800" b="1" i="0" u="none" strike="noStrike">
                <a:solidFill>
                  <a:srgbClr val="1F2329"/>
                </a:solidFill>
              </a:rPr>
              <a:t>目录标题</a:t>
            </a:r>
          </a:p>
        </p:txBody>
      </p:sp>
      <p:sp>
        <p:nvSpPr>
          <p:cNvPr id="11" name="AutoShape 11"/>
          <p:cNvSpPr>
            <a:spLocks noGrp="1"/>
          </p:cNvSpPr>
          <p:nvPr>
            <p:ph type="body" sz="quarter" idx="19" hasCustomPrompt="1"/>
          </p:nvPr>
        </p:nvSpPr>
        <p:spPr>
          <a:xfrm>
            <a:off x="7112000" y="3724275"/>
            <a:ext cx="3810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defRPr>
            </a:lvl1pPr>
          </a:lstStyle>
          <a:p>
            <a:pPr indent="0" algn="l">
              <a:lnSpc>
                <a:spcPct val="125000"/>
              </a:lnSpc>
            </a:pPr>
            <a:r>
              <a:rPr lang="en-US" sz="1800" b="1" i="0" u="none" strike="noStrike">
                <a:solidFill>
                  <a:srgbClr val="1F2329"/>
                </a:solidFill>
              </a:rPr>
              <a:t>目录标题</a:t>
            </a:r>
          </a:p>
        </p:txBody>
      </p:sp>
      <p:sp>
        <p:nvSpPr>
          <p:cNvPr id="12" name="AutoShape 12"/>
          <p:cNvSpPr>
            <a:spLocks noGrp="1"/>
          </p:cNvSpPr>
          <p:nvPr>
            <p:ph type="body" sz="quarter" idx="20" hasCustomPrompt="1"/>
          </p:nvPr>
        </p:nvSpPr>
        <p:spPr>
          <a:xfrm>
            <a:off x="7112000" y="4846451"/>
            <a:ext cx="3810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defRPr>
            </a:lvl1pPr>
          </a:lstStyle>
          <a:p>
            <a:pPr indent="0" algn="l">
              <a:lnSpc>
                <a:spcPct val="125000"/>
              </a:lnSpc>
            </a:pPr>
            <a:r>
              <a:rPr lang="en-US" sz="1800" b="1" i="0" u="none" strike="noStrike">
                <a:solidFill>
                  <a:srgbClr val="1F2329"/>
                </a:solidFill>
              </a:rPr>
              <a:t>目录标题</a:t>
            </a:r>
          </a:p>
        </p:txBody>
      </p:sp>
      <p:sp>
        <p:nvSpPr>
          <p:cNvPr id="13" name="AutoShape 13"/>
          <p:cNvSpPr>
            <a:spLocks noGrp="1"/>
          </p:cNvSpPr>
          <p:nvPr>
            <p:ph type="body" sz="quarter" idx="21" hasCustomPrompt="1"/>
          </p:nvPr>
        </p:nvSpPr>
        <p:spPr>
          <a:xfrm>
            <a:off x="1974673" y="3724275"/>
            <a:ext cx="3810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defRPr>
            </a:lvl1pPr>
          </a:lstStyle>
          <a:p>
            <a:pPr indent="0" algn="l">
              <a:lnSpc>
                <a:spcPct val="125000"/>
              </a:lnSpc>
            </a:pPr>
            <a:r>
              <a:rPr lang="en-US" sz="1800" b="1" i="0" u="none" strike="noStrike">
                <a:solidFill>
                  <a:srgbClr val="1F2329"/>
                </a:solidFill>
              </a:rPr>
              <a:t>目录标题</a:t>
            </a:r>
          </a:p>
        </p:txBody>
      </p:sp>
      <p:sp>
        <p:nvSpPr>
          <p:cNvPr id="14" name="AutoShape 14"/>
          <p:cNvSpPr>
            <a:spLocks noGrp="1"/>
          </p:cNvSpPr>
          <p:nvPr>
            <p:ph type="body" sz="quarter" idx="22" hasCustomPrompt="1"/>
          </p:nvPr>
        </p:nvSpPr>
        <p:spPr>
          <a:xfrm>
            <a:off x="1974673" y="4846451"/>
            <a:ext cx="3810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defRPr>
            </a:lvl1pPr>
          </a:lstStyle>
          <a:p>
            <a:pPr indent="0" algn="l">
              <a:lnSpc>
                <a:spcPct val="125000"/>
              </a:lnSpc>
            </a:pPr>
            <a:r>
              <a:rPr lang="en-US" sz="1800" b="1" i="0" u="none" strike="noStrike">
                <a:solidFill>
                  <a:srgbClr val="1F2329"/>
                </a:solidFill>
              </a:rPr>
              <a:t>目录标题</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Layout 06">
    <p:spTree>
      <p:nvGrpSpPr>
        <p:cNvPr id="1" name=""/>
        <p:cNvGrpSpPr/>
        <p:nvPr/>
      </p:nvGrpSpPr>
      <p:grpSpPr>
        <a:xfrm>
          <a:off x="0" y="0"/>
          <a:ext cx="0" cy="0"/>
          <a:chOff x="0" y="0"/>
          <a:chExt cx="0" cy="0"/>
        </a:xfrm>
      </p:grpSpPr>
      <p:sp>
        <p:nvSpPr>
          <p:cNvPr id="2" name="AutoShape 2"/>
          <p:cNvSpPr>
            <a:spLocks noGrp="1"/>
          </p:cNvSpPr>
          <p:nvPr>
            <p:ph type="body" sz="quarter" idx="23" hasCustomPrompt="1"/>
          </p:nvPr>
        </p:nvSpPr>
        <p:spPr>
          <a:xfrm>
            <a:off x="889000" y="889000"/>
            <a:ext cx="47752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目录</a:t>
            </a:r>
          </a:p>
        </p:txBody>
      </p:sp>
      <p:sp>
        <p:nvSpPr>
          <p:cNvPr id="3" name="AutoShape 3"/>
          <p:cNvSpPr>
            <a:spLocks noGrp="1"/>
          </p:cNvSpPr>
          <p:nvPr>
            <p:ph type="pic" sz="quarter" idx="24"/>
          </p:nvPr>
        </p:nvSpPr>
        <p:spPr>
          <a:xfrm>
            <a:off x="6477000" y="0"/>
            <a:ext cx="5715000" cy="6858000"/>
          </a:xfrm>
          <a:prstGeom prst="rect">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body" sz="quarter" idx="25" hasCustomPrompt="1"/>
          </p:nvPr>
        </p:nvSpPr>
        <p:spPr>
          <a:xfrm>
            <a:off x="1470173" y="1887417"/>
            <a:ext cx="4191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Noto Sans SC"/>
              </a:defRPr>
            </a:lvl1pPr>
          </a:lstStyle>
          <a:p>
            <a:pPr indent="0" algn="l">
              <a:lnSpc>
                <a:spcPct val="125000"/>
              </a:lnSpc>
            </a:pPr>
            <a:r>
              <a:rPr lang="en-US" sz="1800" b="1" i="0" u="none" strike="noStrike">
                <a:solidFill>
                  <a:srgbClr val="1F2329"/>
                </a:solidFill>
                <a:latin typeface="Noto Sans SC"/>
                <a:ea typeface="Noto Sans SC"/>
                <a:cs typeface="Noto Sans SC"/>
                <a:sym typeface="Noto Sans SC"/>
              </a:rPr>
              <a:t>目录标题</a:t>
            </a:r>
          </a:p>
        </p:txBody>
      </p:sp>
      <p:sp>
        <p:nvSpPr>
          <p:cNvPr id="5" name="AutoShape 5"/>
          <p:cNvSpPr>
            <a:spLocks noGrp="1"/>
          </p:cNvSpPr>
          <p:nvPr>
            <p:ph type="body" sz="quarter" idx="26" hasCustomPrompt="1"/>
          </p:nvPr>
        </p:nvSpPr>
        <p:spPr>
          <a:xfrm>
            <a:off x="889000" y="1887417"/>
            <a:ext cx="3048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Arial"/>
              </a:defRPr>
            </a:lvl1pPr>
          </a:lstStyle>
          <a:p>
            <a:pPr indent="0" algn="l">
              <a:lnSpc>
                <a:spcPct val="125000"/>
              </a:lnSpc>
            </a:pPr>
            <a:r>
              <a:rPr lang="en-US" sz="1800" b="1" i="0" u="none" strike="noStrike">
                <a:solidFill>
                  <a:srgbClr val="1F2329"/>
                </a:solidFill>
                <a:latin typeface="Arial"/>
                <a:ea typeface="Arial"/>
                <a:cs typeface="Arial"/>
                <a:sym typeface="Arial"/>
              </a:rPr>
              <a:t>01</a:t>
            </a:r>
          </a:p>
        </p:txBody>
      </p:sp>
      <p:sp>
        <p:nvSpPr>
          <p:cNvPr id="6" name="AutoShape 6"/>
          <p:cNvSpPr>
            <a:spLocks noGrp="1"/>
          </p:cNvSpPr>
          <p:nvPr>
            <p:ph type="body" sz="quarter" idx="27" hasCustomPrompt="1"/>
          </p:nvPr>
        </p:nvSpPr>
        <p:spPr>
          <a:xfrm>
            <a:off x="1470173" y="2553287"/>
            <a:ext cx="4191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Noto Sans SC"/>
              </a:defRPr>
            </a:lvl1pPr>
          </a:lstStyle>
          <a:p>
            <a:pPr indent="0" algn="l">
              <a:lnSpc>
                <a:spcPct val="125000"/>
              </a:lnSpc>
            </a:pPr>
            <a:r>
              <a:rPr lang="en-US" sz="1800" b="1" i="0" u="none" strike="noStrike">
                <a:solidFill>
                  <a:srgbClr val="1F2329"/>
                </a:solidFill>
                <a:latin typeface="Noto Sans SC"/>
                <a:ea typeface="Noto Sans SC"/>
                <a:cs typeface="Noto Sans SC"/>
                <a:sym typeface="Noto Sans SC"/>
              </a:rPr>
              <a:t>目录标题</a:t>
            </a:r>
          </a:p>
        </p:txBody>
      </p:sp>
      <p:sp>
        <p:nvSpPr>
          <p:cNvPr id="7" name="AutoShape 7"/>
          <p:cNvSpPr>
            <a:spLocks noGrp="1"/>
          </p:cNvSpPr>
          <p:nvPr>
            <p:ph type="body" sz="quarter" idx="28" hasCustomPrompt="1"/>
          </p:nvPr>
        </p:nvSpPr>
        <p:spPr>
          <a:xfrm>
            <a:off x="889000" y="2553287"/>
            <a:ext cx="3048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Arial"/>
              </a:defRPr>
            </a:lvl1pPr>
          </a:lstStyle>
          <a:p>
            <a:pPr indent="0" algn="l">
              <a:lnSpc>
                <a:spcPct val="125000"/>
              </a:lnSpc>
            </a:pPr>
            <a:r>
              <a:rPr lang="en-US" sz="1800" b="1" i="0" u="none" strike="noStrike">
                <a:solidFill>
                  <a:srgbClr val="1F2329"/>
                </a:solidFill>
                <a:latin typeface="Arial"/>
                <a:ea typeface="Arial"/>
                <a:cs typeface="Arial"/>
                <a:sym typeface="Arial"/>
              </a:rPr>
              <a:t>02</a:t>
            </a:r>
          </a:p>
        </p:txBody>
      </p:sp>
      <p:sp>
        <p:nvSpPr>
          <p:cNvPr id="8" name="AutoShape 8"/>
          <p:cNvSpPr>
            <a:spLocks noGrp="1"/>
          </p:cNvSpPr>
          <p:nvPr>
            <p:ph type="body" sz="quarter" idx="29" hasCustomPrompt="1"/>
          </p:nvPr>
        </p:nvSpPr>
        <p:spPr>
          <a:xfrm>
            <a:off x="1470173" y="3219156"/>
            <a:ext cx="4191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Noto Sans SC"/>
              </a:defRPr>
            </a:lvl1pPr>
          </a:lstStyle>
          <a:p>
            <a:pPr indent="0" algn="l">
              <a:lnSpc>
                <a:spcPct val="125000"/>
              </a:lnSpc>
            </a:pPr>
            <a:r>
              <a:rPr lang="en-US" sz="1800" b="1" i="0" u="none" strike="noStrike">
                <a:solidFill>
                  <a:srgbClr val="1F2329"/>
                </a:solidFill>
                <a:latin typeface="Noto Sans SC"/>
                <a:ea typeface="Noto Sans SC"/>
                <a:cs typeface="Noto Sans SC"/>
                <a:sym typeface="Noto Sans SC"/>
              </a:rPr>
              <a:t>目录标题</a:t>
            </a:r>
          </a:p>
        </p:txBody>
      </p:sp>
      <p:sp>
        <p:nvSpPr>
          <p:cNvPr id="9" name="AutoShape 9"/>
          <p:cNvSpPr>
            <a:spLocks noGrp="1"/>
          </p:cNvSpPr>
          <p:nvPr>
            <p:ph type="body" sz="quarter" idx="30" hasCustomPrompt="1"/>
          </p:nvPr>
        </p:nvSpPr>
        <p:spPr>
          <a:xfrm>
            <a:off x="889000" y="3219156"/>
            <a:ext cx="3048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Arial"/>
              </a:defRPr>
            </a:lvl1pPr>
          </a:lstStyle>
          <a:p>
            <a:pPr indent="0" algn="l">
              <a:lnSpc>
                <a:spcPct val="125000"/>
              </a:lnSpc>
            </a:pPr>
            <a:r>
              <a:rPr lang="en-US" sz="1800" b="1" i="0" u="none" strike="noStrike">
                <a:solidFill>
                  <a:srgbClr val="1F2329"/>
                </a:solidFill>
                <a:latin typeface="Arial"/>
                <a:ea typeface="Arial"/>
                <a:cs typeface="Arial"/>
                <a:sym typeface="Arial"/>
              </a:rPr>
              <a:t>03</a:t>
            </a:r>
          </a:p>
        </p:txBody>
      </p:sp>
      <p:sp>
        <p:nvSpPr>
          <p:cNvPr id="10" name="AutoShape 10"/>
          <p:cNvSpPr>
            <a:spLocks noGrp="1"/>
          </p:cNvSpPr>
          <p:nvPr>
            <p:ph type="body" sz="quarter" idx="31" hasCustomPrompt="1"/>
          </p:nvPr>
        </p:nvSpPr>
        <p:spPr>
          <a:xfrm>
            <a:off x="1470173" y="3885026"/>
            <a:ext cx="4191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Noto Sans SC"/>
              </a:defRPr>
            </a:lvl1pPr>
          </a:lstStyle>
          <a:p>
            <a:pPr indent="0" algn="l">
              <a:lnSpc>
                <a:spcPct val="125000"/>
              </a:lnSpc>
            </a:pPr>
            <a:r>
              <a:rPr lang="en-US" sz="1800" b="1" i="0" u="none" strike="noStrike">
                <a:solidFill>
                  <a:srgbClr val="1F2329"/>
                </a:solidFill>
                <a:latin typeface="Noto Sans SC"/>
                <a:ea typeface="Noto Sans SC"/>
                <a:cs typeface="Noto Sans SC"/>
                <a:sym typeface="Noto Sans SC"/>
              </a:rPr>
              <a:t>目录标题</a:t>
            </a:r>
          </a:p>
        </p:txBody>
      </p:sp>
      <p:sp>
        <p:nvSpPr>
          <p:cNvPr id="11" name="AutoShape 11"/>
          <p:cNvSpPr>
            <a:spLocks noGrp="1"/>
          </p:cNvSpPr>
          <p:nvPr>
            <p:ph type="body" sz="quarter" idx="32" hasCustomPrompt="1"/>
          </p:nvPr>
        </p:nvSpPr>
        <p:spPr>
          <a:xfrm>
            <a:off x="889000" y="3885026"/>
            <a:ext cx="3048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Arial"/>
              </a:defRPr>
            </a:lvl1pPr>
          </a:lstStyle>
          <a:p>
            <a:pPr indent="0" algn="l">
              <a:lnSpc>
                <a:spcPct val="125000"/>
              </a:lnSpc>
            </a:pPr>
            <a:r>
              <a:rPr lang="en-US" sz="1800" b="1" i="0" u="none" strike="noStrike">
                <a:solidFill>
                  <a:srgbClr val="1F2329"/>
                </a:solidFill>
                <a:latin typeface="Arial"/>
                <a:ea typeface="Arial"/>
                <a:cs typeface="Arial"/>
                <a:sym typeface="Arial"/>
              </a:rPr>
              <a:t>04</a:t>
            </a:r>
          </a:p>
        </p:txBody>
      </p:sp>
      <p:sp>
        <p:nvSpPr>
          <p:cNvPr id="12" name="AutoShape 12"/>
          <p:cNvSpPr>
            <a:spLocks noGrp="1"/>
          </p:cNvSpPr>
          <p:nvPr>
            <p:ph type="body" sz="quarter" idx="33" hasCustomPrompt="1"/>
          </p:nvPr>
        </p:nvSpPr>
        <p:spPr>
          <a:xfrm>
            <a:off x="1470173" y="4550895"/>
            <a:ext cx="4191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Noto Sans SC"/>
              </a:defRPr>
            </a:lvl1pPr>
          </a:lstStyle>
          <a:p>
            <a:pPr indent="0" algn="l">
              <a:lnSpc>
                <a:spcPct val="125000"/>
              </a:lnSpc>
            </a:pPr>
            <a:r>
              <a:rPr lang="en-US" sz="1800" b="1" i="0" u="none" strike="noStrike">
                <a:solidFill>
                  <a:srgbClr val="1F2329"/>
                </a:solidFill>
                <a:latin typeface="Noto Sans SC"/>
                <a:ea typeface="Noto Sans SC"/>
                <a:cs typeface="Noto Sans SC"/>
                <a:sym typeface="Noto Sans SC"/>
              </a:rPr>
              <a:t>目录标题</a:t>
            </a:r>
          </a:p>
        </p:txBody>
      </p:sp>
      <p:sp>
        <p:nvSpPr>
          <p:cNvPr id="13" name="AutoShape 13"/>
          <p:cNvSpPr>
            <a:spLocks noGrp="1"/>
          </p:cNvSpPr>
          <p:nvPr>
            <p:ph type="body" sz="quarter" idx="34" hasCustomPrompt="1"/>
          </p:nvPr>
        </p:nvSpPr>
        <p:spPr>
          <a:xfrm>
            <a:off x="889000" y="4550895"/>
            <a:ext cx="3048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Arial"/>
              </a:defRPr>
            </a:lvl1pPr>
          </a:lstStyle>
          <a:p>
            <a:pPr indent="0" algn="l">
              <a:lnSpc>
                <a:spcPct val="125000"/>
              </a:lnSpc>
            </a:pPr>
            <a:r>
              <a:rPr lang="en-US" sz="1800" b="1" i="0" u="none" strike="noStrike">
                <a:solidFill>
                  <a:srgbClr val="1F2329"/>
                </a:solidFill>
                <a:latin typeface="Arial"/>
                <a:ea typeface="Arial"/>
                <a:cs typeface="Arial"/>
                <a:sym typeface="Arial"/>
              </a:rPr>
              <a:t>05</a:t>
            </a:r>
          </a:p>
        </p:txBody>
      </p:sp>
      <p:sp>
        <p:nvSpPr>
          <p:cNvPr id="14" name="AutoShape 14"/>
          <p:cNvSpPr>
            <a:spLocks noGrp="1"/>
          </p:cNvSpPr>
          <p:nvPr>
            <p:ph type="body" sz="quarter" idx="35" hasCustomPrompt="1"/>
          </p:nvPr>
        </p:nvSpPr>
        <p:spPr>
          <a:xfrm>
            <a:off x="1470173" y="5216765"/>
            <a:ext cx="4191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Noto Sans SC"/>
              </a:defRPr>
            </a:lvl1pPr>
          </a:lstStyle>
          <a:p>
            <a:pPr indent="0" algn="l">
              <a:lnSpc>
                <a:spcPct val="125000"/>
              </a:lnSpc>
            </a:pPr>
            <a:r>
              <a:rPr lang="en-US" sz="1800" b="1" i="0" u="none" strike="noStrike">
                <a:solidFill>
                  <a:srgbClr val="1F2329"/>
                </a:solidFill>
                <a:latin typeface="Noto Sans SC"/>
                <a:ea typeface="Noto Sans SC"/>
                <a:cs typeface="Noto Sans SC"/>
                <a:sym typeface="Noto Sans SC"/>
              </a:rPr>
              <a:t>目录标题</a:t>
            </a:r>
          </a:p>
        </p:txBody>
      </p:sp>
      <p:sp>
        <p:nvSpPr>
          <p:cNvPr id="15" name="AutoShape 15"/>
          <p:cNvSpPr>
            <a:spLocks noGrp="1"/>
          </p:cNvSpPr>
          <p:nvPr>
            <p:ph type="body" sz="quarter" idx="36" hasCustomPrompt="1"/>
          </p:nvPr>
        </p:nvSpPr>
        <p:spPr>
          <a:xfrm>
            <a:off x="889000" y="5216765"/>
            <a:ext cx="3048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Arial"/>
              </a:defRPr>
            </a:lvl1pPr>
          </a:lstStyle>
          <a:p>
            <a:pPr indent="0" algn="l">
              <a:lnSpc>
                <a:spcPct val="125000"/>
              </a:lnSpc>
            </a:pPr>
            <a:r>
              <a:rPr lang="en-US" sz="1800" b="1" i="0" u="none" strike="noStrike">
                <a:solidFill>
                  <a:srgbClr val="1F2329"/>
                </a:solidFill>
                <a:latin typeface="Arial"/>
                <a:ea typeface="Arial"/>
                <a:cs typeface="Arial"/>
                <a:sym typeface="Arial"/>
              </a:rPr>
              <a:t>06</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Layout 07">
    <p:spTree>
      <p:nvGrpSpPr>
        <p:cNvPr id="1" name=""/>
        <p:cNvGrpSpPr/>
        <p:nvPr/>
      </p:nvGrpSpPr>
      <p:grpSpPr>
        <a:xfrm>
          <a:off x="0" y="0"/>
          <a:ext cx="0" cy="0"/>
          <a:chOff x="0" y="0"/>
          <a:chExt cx="0" cy="0"/>
        </a:xfrm>
      </p:grpSpPr>
      <p:cxnSp>
        <p:nvCxnSpPr>
          <p:cNvPr id="2" name="Connector 2"/>
          <p:cNvCxnSpPr/>
          <p:nvPr/>
        </p:nvCxnSpPr>
        <p:spPr>
          <a:xfrm rot="-2509828">
            <a:off x="6748928" y="-309567"/>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cxnSp>
        <p:nvCxnSpPr>
          <p:cNvPr id="3" name="Connector 3"/>
          <p:cNvCxnSpPr/>
          <p:nvPr/>
        </p:nvCxnSpPr>
        <p:spPr>
          <a:xfrm rot="-2509828">
            <a:off x="6748928" y="58733"/>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cxnSp>
        <p:nvCxnSpPr>
          <p:cNvPr id="4" name="Connector 4"/>
          <p:cNvCxnSpPr/>
          <p:nvPr/>
        </p:nvCxnSpPr>
        <p:spPr>
          <a:xfrm rot="-2509828">
            <a:off x="6748928" y="427033"/>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sp>
        <p:nvSpPr>
          <p:cNvPr id="5" name="AutoShape 5"/>
          <p:cNvSpPr>
            <a:spLocks noGrp="1"/>
          </p:cNvSpPr>
          <p:nvPr>
            <p:ph type="body" sz="quarter" idx="37" hasCustomPrompt="1"/>
          </p:nvPr>
        </p:nvSpPr>
        <p:spPr>
          <a:xfrm>
            <a:off x="889000" y="889000"/>
            <a:ext cx="5080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目录</a:t>
            </a:r>
          </a:p>
        </p:txBody>
      </p:sp>
      <p:sp>
        <p:nvSpPr>
          <p:cNvPr id="6" name="AutoShape 6"/>
          <p:cNvSpPr>
            <a:spLocks noGrp="1"/>
          </p:cNvSpPr>
          <p:nvPr>
            <p:ph type="body" sz="quarter" idx="38" hasCustomPrompt="1"/>
          </p:nvPr>
        </p:nvSpPr>
        <p:spPr>
          <a:xfrm>
            <a:off x="6096000" y="889000"/>
            <a:ext cx="4826000" cy="266700"/>
          </a:xfrm>
          <a:prstGeom prst="rect">
            <a:avLst/>
          </a:prstGeom>
          <a:noFill/>
          <a:ln w="12700">
            <a:noFill/>
            <a:prstDash val="solid"/>
          </a:ln>
          <a:effectLst/>
        </p:spPr>
        <p:txBody>
          <a:bodyPr wrap="square" lIns="0" tIns="0" rIns="0" bIns="0" anchor="ctr">
            <a:noAutofit/>
          </a:bodyPr>
          <a:lstStyle>
            <a:lvl1pPr algn="l">
              <a:lnSpc>
                <a:spcPct val="125000"/>
              </a:lnSpc>
              <a:defRPr sz="1400" b="1" i="0" u="none" strike="noStrike">
                <a:solidFill>
                  <a:srgbClr val="1F2329">
                    <a:alpha val="100000"/>
                  </a:srgbClr>
                </a:solidFill>
                <a:latin typeface="Noto Sans SC"/>
              </a:defRPr>
            </a:lvl1pPr>
          </a:lstStyle>
          <a:p>
            <a:pPr indent="0" algn="l">
              <a:lnSpc>
                <a:spcPct val="125000"/>
              </a:lnSpc>
            </a:pPr>
            <a:r>
              <a:rPr lang="en-US" sz="1400" b="1" i="0" u="none" strike="noStrike">
                <a:solidFill>
                  <a:srgbClr val="1F2329"/>
                </a:solidFill>
                <a:latin typeface="Noto Sans SC"/>
                <a:ea typeface="Noto Sans SC"/>
                <a:cs typeface="Noto Sans SC"/>
                <a:sym typeface="Noto Sans SC"/>
              </a:rPr>
              <a:t>目录标题</a:t>
            </a:r>
          </a:p>
        </p:txBody>
      </p:sp>
      <p:sp>
        <p:nvSpPr>
          <p:cNvPr id="7" name="AutoShape 7"/>
          <p:cNvSpPr>
            <a:spLocks noGrp="1"/>
          </p:cNvSpPr>
          <p:nvPr>
            <p:ph type="body" sz="quarter" idx="39" hasCustomPrompt="1"/>
          </p:nvPr>
        </p:nvSpPr>
        <p:spPr>
          <a:xfrm>
            <a:off x="6096000" y="1320800"/>
            <a:ext cx="4826000" cy="2286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子目录</a:t>
            </a:r>
          </a:p>
        </p:txBody>
      </p:sp>
      <p:sp>
        <p:nvSpPr>
          <p:cNvPr id="8" name="AutoShape 8"/>
          <p:cNvSpPr>
            <a:spLocks noGrp="1"/>
          </p:cNvSpPr>
          <p:nvPr>
            <p:ph type="body" sz="quarter" idx="40" hasCustomPrompt="1"/>
          </p:nvPr>
        </p:nvSpPr>
        <p:spPr>
          <a:xfrm>
            <a:off x="6096000" y="1690318"/>
            <a:ext cx="4826000" cy="2286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子目录</a:t>
            </a:r>
          </a:p>
        </p:txBody>
      </p:sp>
      <p:sp>
        <p:nvSpPr>
          <p:cNvPr id="9" name="AutoShape 9"/>
          <p:cNvSpPr>
            <a:spLocks noGrp="1"/>
          </p:cNvSpPr>
          <p:nvPr>
            <p:ph type="body" sz="quarter" idx="41" hasCustomPrompt="1"/>
          </p:nvPr>
        </p:nvSpPr>
        <p:spPr>
          <a:xfrm>
            <a:off x="10991038" y="889000"/>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1" i="0" u="none" strike="noStrike">
                <a:solidFill>
                  <a:srgbClr val="1F2329">
                    <a:alpha val="100000"/>
                  </a:srgbClr>
                </a:solidFill>
                <a:latin typeface="Arial"/>
              </a:defRPr>
            </a:lvl1pPr>
          </a:lstStyle>
          <a:p>
            <a:pPr indent="0" algn="r">
              <a:lnSpc>
                <a:spcPct val="125000"/>
              </a:lnSpc>
            </a:pPr>
            <a:r>
              <a:rPr lang="en-US" sz="1200" b="1" i="0" u="none" strike="noStrike">
                <a:solidFill>
                  <a:srgbClr val="1F2329"/>
                </a:solidFill>
                <a:latin typeface="Arial"/>
                <a:ea typeface="Arial"/>
                <a:cs typeface="Arial"/>
                <a:sym typeface="Arial"/>
              </a:rPr>
              <a:t>03</a:t>
            </a:r>
          </a:p>
        </p:txBody>
      </p:sp>
      <p:sp>
        <p:nvSpPr>
          <p:cNvPr id="10" name="AutoShape 10"/>
          <p:cNvSpPr>
            <a:spLocks noGrp="1"/>
          </p:cNvSpPr>
          <p:nvPr>
            <p:ph type="body" sz="quarter" idx="42" hasCustomPrompt="1"/>
          </p:nvPr>
        </p:nvSpPr>
        <p:spPr>
          <a:xfrm>
            <a:off x="10991038" y="1320800"/>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0" i="0" u="none" strike="noStrike">
                <a:solidFill>
                  <a:srgbClr val="64666B">
                    <a:alpha val="100000"/>
                  </a:srgbClr>
                </a:solidFill>
                <a:latin typeface="Arial"/>
              </a:defRPr>
            </a:lvl1pPr>
          </a:lstStyle>
          <a:p>
            <a:pPr indent="0" algn="r">
              <a:lnSpc>
                <a:spcPct val="125000"/>
              </a:lnSpc>
            </a:pPr>
            <a:r>
              <a:rPr lang="en-US" sz="1200" b="0" i="0" u="none" strike="noStrike">
                <a:solidFill>
                  <a:srgbClr val="64666B"/>
                </a:solidFill>
                <a:latin typeface="Arial"/>
                <a:ea typeface="Arial"/>
                <a:cs typeface="Arial"/>
                <a:sym typeface="Arial"/>
              </a:rPr>
              <a:t>04</a:t>
            </a:r>
          </a:p>
        </p:txBody>
      </p:sp>
      <p:sp>
        <p:nvSpPr>
          <p:cNvPr id="11" name="AutoShape 11"/>
          <p:cNvSpPr>
            <a:spLocks noGrp="1"/>
          </p:cNvSpPr>
          <p:nvPr>
            <p:ph type="body" sz="quarter" idx="43" hasCustomPrompt="1"/>
          </p:nvPr>
        </p:nvSpPr>
        <p:spPr>
          <a:xfrm>
            <a:off x="10991038" y="1690318"/>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0" i="0" u="none" strike="noStrike">
                <a:solidFill>
                  <a:srgbClr val="64666B">
                    <a:alpha val="100000"/>
                  </a:srgbClr>
                </a:solidFill>
                <a:latin typeface="Arial"/>
              </a:defRPr>
            </a:lvl1pPr>
          </a:lstStyle>
          <a:p>
            <a:pPr indent="0" algn="r">
              <a:lnSpc>
                <a:spcPct val="125000"/>
              </a:lnSpc>
            </a:pPr>
            <a:r>
              <a:rPr lang="en-US" sz="1200" b="0" i="0" u="none" strike="noStrike">
                <a:solidFill>
                  <a:srgbClr val="64666B"/>
                </a:solidFill>
                <a:latin typeface="Arial"/>
                <a:ea typeface="Arial"/>
                <a:cs typeface="Arial"/>
                <a:sym typeface="Arial"/>
              </a:rPr>
              <a:t>08</a:t>
            </a:r>
          </a:p>
        </p:txBody>
      </p:sp>
      <p:cxnSp>
        <p:nvCxnSpPr>
          <p:cNvPr id="12" name="Connector 12"/>
          <p:cNvCxnSpPr/>
          <p:nvPr/>
        </p:nvCxnSpPr>
        <p:spPr>
          <a:xfrm rot="-2509828">
            <a:off x="6748928" y="1023933"/>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cxnSp>
        <p:nvCxnSpPr>
          <p:cNvPr id="13" name="Connector 13"/>
          <p:cNvCxnSpPr/>
          <p:nvPr/>
        </p:nvCxnSpPr>
        <p:spPr>
          <a:xfrm rot="-2509828">
            <a:off x="6748928" y="1392233"/>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cxnSp>
        <p:nvCxnSpPr>
          <p:cNvPr id="14" name="Connector 14"/>
          <p:cNvCxnSpPr/>
          <p:nvPr/>
        </p:nvCxnSpPr>
        <p:spPr>
          <a:xfrm rot="-2509828">
            <a:off x="6748928" y="1760533"/>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sp>
        <p:nvSpPr>
          <p:cNvPr id="15" name="AutoShape 15"/>
          <p:cNvSpPr>
            <a:spLocks noGrp="1"/>
          </p:cNvSpPr>
          <p:nvPr>
            <p:ph type="body" sz="quarter" idx="44" hasCustomPrompt="1"/>
          </p:nvPr>
        </p:nvSpPr>
        <p:spPr>
          <a:xfrm>
            <a:off x="6096000" y="2222500"/>
            <a:ext cx="4826000" cy="266700"/>
          </a:xfrm>
          <a:prstGeom prst="rect">
            <a:avLst/>
          </a:prstGeom>
          <a:noFill/>
          <a:ln w="12700">
            <a:noFill/>
            <a:prstDash val="solid"/>
          </a:ln>
          <a:effectLst/>
        </p:spPr>
        <p:txBody>
          <a:bodyPr wrap="square" lIns="0" tIns="0" rIns="0" bIns="0" anchor="ctr">
            <a:noAutofit/>
          </a:bodyPr>
          <a:lstStyle>
            <a:lvl1pPr algn="l">
              <a:lnSpc>
                <a:spcPct val="125000"/>
              </a:lnSpc>
              <a:defRPr sz="1400" b="1" i="0" u="none" strike="noStrike">
                <a:solidFill>
                  <a:srgbClr val="1F2329">
                    <a:alpha val="100000"/>
                  </a:srgbClr>
                </a:solidFill>
                <a:latin typeface="Noto Sans SC"/>
              </a:defRPr>
            </a:lvl1pPr>
          </a:lstStyle>
          <a:p>
            <a:pPr indent="0" algn="l">
              <a:lnSpc>
                <a:spcPct val="125000"/>
              </a:lnSpc>
            </a:pPr>
            <a:r>
              <a:rPr lang="en-US" sz="1400" b="1" i="0" u="none" strike="noStrike">
                <a:solidFill>
                  <a:srgbClr val="1F2329"/>
                </a:solidFill>
                <a:latin typeface="Noto Sans SC"/>
                <a:ea typeface="Noto Sans SC"/>
                <a:cs typeface="Noto Sans SC"/>
                <a:sym typeface="Noto Sans SC"/>
              </a:rPr>
              <a:t>目录标题</a:t>
            </a:r>
          </a:p>
        </p:txBody>
      </p:sp>
      <p:sp>
        <p:nvSpPr>
          <p:cNvPr id="16" name="AutoShape 16"/>
          <p:cNvSpPr>
            <a:spLocks noGrp="1"/>
          </p:cNvSpPr>
          <p:nvPr>
            <p:ph type="body" sz="quarter" idx="45" hasCustomPrompt="1"/>
          </p:nvPr>
        </p:nvSpPr>
        <p:spPr>
          <a:xfrm>
            <a:off x="6096000" y="2654300"/>
            <a:ext cx="4826000" cy="2286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子目录</a:t>
            </a:r>
          </a:p>
        </p:txBody>
      </p:sp>
      <p:sp>
        <p:nvSpPr>
          <p:cNvPr id="17" name="AutoShape 17"/>
          <p:cNvSpPr>
            <a:spLocks noGrp="1"/>
          </p:cNvSpPr>
          <p:nvPr>
            <p:ph type="body" sz="quarter" idx="46" hasCustomPrompt="1"/>
          </p:nvPr>
        </p:nvSpPr>
        <p:spPr>
          <a:xfrm>
            <a:off x="6096000" y="3023818"/>
            <a:ext cx="4826000" cy="2286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子目录</a:t>
            </a:r>
          </a:p>
        </p:txBody>
      </p:sp>
      <p:sp>
        <p:nvSpPr>
          <p:cNvPr id="18" name="AutoShape 18"/>
          <p:cNvSpPr>
            <a:spLocks noGrp="1"/>
          </p:cNvSpPr>
          <p:nvPr>
            <p:ph type="body" sz="quarter" idx="47" hasCustomPrompt="1"/>
          </p:nvPr>
        </p:nvSpPr>
        <p:spPr>
          <a:xfrm>
            <a:off x="10991038" y="2222500"/>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1" i="0" u="none" strike="noStrike">
                <a:solidFill>
                  <a:srgbClr val="1F2329">
                    <a:alpha val="100000"/>
                  </a:srgbClr>
                </a:solidFill>
                <a:latin typeface="Arial"/>
              </a:defRPr>
            </a:lvl1pPr>
          </a:lstStyle>
          <a:p>
            <a:pPr indent="0" algn="r">
              <a:lnSpc>
                <a:spcPct val="125000"/>
              </a:lnSpc>
            </a:pPr>
            <a:r>
              <a:rPr lang="en-US" sz="1200" b="1" i="0" u="none" strike="noStrike">
                <a:solidFill>
                  <a:srgbClr val="1F2329"/>
                </a:solidFill>
                <a:latin typeface="Arial"/>
                <a:ea typeface="Arial"/>
                <a:cs typeface="Arial"/>
                <a:sym typeface="Arial"/>
              </a:rPr>
              <a:t>14</a:t>
            </a:r>
          </a:p>
        </p:txBody>
      </p:sp>
      <p:sp>
        <p:nvSpPr>
          <p:cNvPr id="19" name="AutoShape 19"/>
          <p:cNvSpPr>
            <a:spLocks noGrp="1"/>
          </p:cNvSpPr>
          <p:nvPr>
            <p:ph type="body" sz="quarter" idx="48" hasCustomPrompt="1"/>
          </p:nvPr>
        </p:nvSpPr>
        <p:spPr>
          <a:xfrm>
            <a:off x="10991038" y="2654300"/>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0" i="0" u="none" strike="noStrike">
                <a:solidFill>
                  <a:srgbClr val="64666B">
                    <a:alpha val="100000"/>
                  </a:srgbClr>
                </a:solidFill>
                <a:latin typeface="Arial"/>
              </a:defRPr>
            </a:lvl1pPr>
          </a:lstStyle>
          <a:p>
            <a:pPr indent="0" algn="r">
              <a:lnSpc>
                <a:spcPct val="125000"/>
              </a:lnSpc>
            </a:pPr>
            <a:r>
              <a:rPr lang="en-US" sz="1200" b="0" i="0" u="none" strike="noStrike">
                <a:solidFill>
                  <a:srgbClr val="64666B"/>
                </a:solidFill>
                <a:latin typeface="Arial"/>
                <a:ea typeface="Arial"/>
                <a:cs typeface="Arial"/>
                <a:sym typeface="Arial"/>
              </a:rPr>
              <a:t>15</a:t>
            </a:r>
          </a:p>
        </p:txBody>
      </p:sp>
      <p:sp>
        <p:nvSpPr>
          <p:cNvPr id="20" name="AutoShape 20"/>
          <p:cNvSpPr>
            <a:spLocks noGrp="1"/>
          </p:cNvSpPr>
          <p:nvPr>
            <p:ph type="body" sz="quarter" idx="49" hasCustomPrompt="1"/>
          </p:nvPr>
        </p:nvSpPr>
        <p:spPr>
          <a:xfrm>
            <a:off x="10991038" y="3023818"/>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0" i="0" u="none" strike="noStrike">
                <a:solidFill>
                  <a:srgbClr val="64666B">
                    <a:alpha val="100000"/>
                  </a:srgbClr>
                </a:solidFill>
                <a:latin typeface="Arial"/>
              </a:defRPr>
            </a:lvl1pPr>
          </a:lstStyle>
          <a:p>
            <a:pPr indent="0" algn="r">
              <a:lnSpc>
                <a:spcPct val="125000"/>
              </a:lnSpc>
            </a:pPr>
            <a:r>
              <a:rPr lang="en-US" sz="1200" b="0" i="0" u="none" strike="noStrike">
                <a:solidFill>
                  <a:srgbClr val="64666B"/>
                </a:solidFill>
                <a:latin typeface="Arial"/>
                <a:ea typeface="Arial"/>
                <a:cs typeface="Arial"/>
                <a:sym typeface="Arial"/>
              </a:rPr>
              <a:t>20</a:t>
            </a:r>
          </a:p>
        </p:txBody>
      </p:sp>
      <p:cxnSp>
        <p:nvCxnSpPr>
          <p:cNvPr id="21" name="Connector 21"/>
          <p:cNvCxnSpPr/>
          <p:nvPr/>
        </p:nvCxnSpPr>
        <p:spPr>
          <a:xfrm rot="-2509828">
            <a:off x="6748928" y="2357433"/>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cxnSp>
        <p:nvCxnSpPr>
          <p:cNvPr id="22" name="Connector 22"/>
          <p:cNvCxnSpPr/>
          <p:nvPr/>
        </p:nvCxnSpPr>
        <p:spPr>
          <a:xfrm rot="-2509828">
            <a:off x="6748928" y="2725733"/>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cxnSp>
        <p:nvCxnSpPr>
          <p:cNvPr id="23" name="Connector 23"/>
          <p:cNvCxnSpPr/>
          <p:nvPr/>
        </p:nvCxnSpPr>
        <p:spPr>
          <a:xfrm rot="-2509828">
            <a:off x="6748928" y="3094033"/>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sp>
        <p:nvSpPr>
          <p:cNvPr id="24" name="AutoShape 24"/>
          <p:cNvSpPr>
            <a:spLocks noGrp="1"/>
          </p:cNvSpPr>
          <p:nvPr>
            <p:ph type="body" sz="quarter" idx="50" hasCustomPrompt="1"/>
          </p:nvPr>
        </p:nvSpPr>
        <p:spPr>
          <a:xfrm>
            <a:off x="6096000" y="3556000"/>
            <a:ext cx="4826000" cy="266700"/>
          </a:xfrm>
          <a:prstGeom prst="rect">
            <a:avLst/>
          </a:prstGeom>
          <a:noFill/>
          <a:ln w="12700">
            <a:noFill/>
            <a:prstDash val="solid"/>
          </a:ln>
          <a:effectLst/>
        </p:spPr>
        <p:txBody>
          <a:bodyPr wrap="square" lIns="0" tIns="0" rIns="0" bIns="0" anchor="ctr">
            <a:noAutofit/>
          </a:bodyPr>
          <a:lstStyle>
            <a:lvl1pPr algn="l">
              <a:lnSpc>
                <a:spcPct val="125000"/>
              </a:lnSpc>
              <a:defRPr sz="1400" b="1" i="0" u="none" strike="noStrike">
                <a:solidFill>
                  <a:srgbClr val="1F2329">
                    <a:alpha val="100000"/>
                  </a:srgbClr>
                </a:solidFill>
                <a:latin typeface="Noto Sans SC"/>
              </a:defRPr>
            </a:lvl1pPr>
          </a:lstStyle>
          <a:p>
            <a:pPr indent="0" algn="l">
              <a:lnSpc>
                <a:spcPct val="125000"/>
              </a:lnSpc>
            </a:pPr>
            <a:r>
              <a:rPr lang="en-US" sz="1400" b="1" i="0" u="none" strike="noStrike">
                <a:solidFill>
                  <a:srgbClr val="1F2329"/>
                </a:solidFill>
                <a:latin typeface="Noto Sans SC"/>
                <a:ea typeface="Noto Sans SC"/>
                <a:cs typeface="Noto Sans SC"/>
                <a:sym typeface="Noto Sans SC"/>
              </a:rPr>
              <a:t>目录标题</a:t>
            </a:r>
          </a:p>
        </p:txBody>
      </p:sp>
      <p:sp>
        <p:nvSpPr>
          <p:cNvPr id="25" name="AutoShape 25"/>
          <p:cNvSpPr>
            <a:spLocks noGrp="1"/>
          </p:cNvSpPr>
          <p:nvPr>
            <p:ph type="body" sz="quarter" idx="51" hasCustomPrompt="1"/>
          </p:nvPr>
        </p:nvSpPr>
        <p:spPr>
          <a:xfrm>
            <a:off x="6096000" y="3987800"/>
            <a:ext cx="4826000" cy="2286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子目录</a:t>
            </a:r>
          </a:p>
        </p:txBody>
      </p:sp>
      <p:sp>
        <p:nvSpPr>
          <p:cNvPr id="26" name="AutoShape 26"/>
          <p:cNvSpPr>
            <a:spLocks noGrp="1"/>
          </p:cNvSpPr>
          <p:nvPr>
            <p:ph type="body" sz="quarter" idx="52" hasCustomPrompt="1"/>
          </p:nvPr>
        </p:nvSpPr>
        <p:spPr>
          <a:xfrm>
            <a:off x="6096000" y="4357318"/>
            <a:ext cx="4826000" cy="2286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子目录</a:t>
            </a:r>
          </a:p>
        </p:txBody>
      </p:sp>
      <p:sp>
        <p:nvSpPr>
          <p:cNvPr id="27" name="AutoShape 27"/>
          <p:cNvSpPr>
            <a:spLocks noGrp="1"/>
          </p:cNvSpPr>
          <p:nvPr>
            <p:ph type="body" sz="quarter" idx="53" hasCustomPrompt="1"/>
          </p:nvPr>
        </p:nvSpPr>
        <p:spPr>
          <a:xfrm>
            <a:off x="10991038" y="3556000"/>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1" i="0" u="none" strike="noStrike">
                <a:solidFill>
                  <a:srgbClr val="1F2329">
                    <a:alpha val="100000"/>
                  </a:srgbClr>
                </a:solidFill>
                <a:latin typeface="Arial"/>
              </a:defRPr>
            </a:lvl1pPr>
          </a:lstStyle>
          <a:p>
            <a:pPr indent="0" algn="r">
              <a:lnSpc>
                <a:spcPct val="125000"/>
              </a:lnSpc>
            </a:pPr>
            <a:r>
              <a:rPr lang="en-US" sz="1200" b="1" i="0" u="none" strike="noStrike">
                <a:solidFill>
                  <a:srgbClr val="1F2329"/>
                </a:solidFill>
                <a:latin typeface="Arial"/>
                <a:ea typeface="Arial"/>
                <a:cs typeface="Arial"/>
                <a:sym typeface="Arial"/>
              </a:rPr>
              <a:t>22</a:t>
            </a:r>
          </a:p>
        </p:txBody>
      </p:sp>
      <p:sp>
        <p:nvSpPr>
          <p:cNvPr id="28" name="AutoShape 28"/>
          <p:cNvSpPr>
            <a:spLocks noGrp="1"/>
          </p:cNvSpPr>
          <p:nvPr>
            <p:ph type="body" sz="quarter" idx="54" hasCustomPrompt="1"/>
          </p:nvPr>
        </p:nvSpPr>
        <p:spPr>
          <a:xfrm>
            <a:off x="10991038" y="3987800"/>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0" i="0" u="none" strike="noStrike">
                <a:solidFill>
                  <a:srgbClr val="64666B">
                    <a:alpha val="100000"/>
                  </a:srgbClr>
                </a:solidFill>
                <a:latin typeface="Arial"/>
              </a:defRPr>
            </a:lvl1pPr>
          </a:lstStyle>
          <a:p>
            <a:pPr indent="0" algn="r">
              <a:lnSpc>
                <a:spcPct val="125000"/>
              </a:lnSpc>
            </a:pPr>
            <a:r>
              <a:rPr lang="en-US" sz="1200" b="0" i="0" u="none" strike="noStrike">
                <a:solidFill>
                  <a:srgbClr val="64666B"/>
                </a:solidFill>
                <a:latin typeface="Arial"/>
                <a:ea typeface="Arial"/>
                <a:cs typeface="Arial"/>
                <a:sym typeface="Arial"/>
              </a:rPr>
              <a:t>23</a:t>
            </a:r>
          </a:p>
        </p:txBody>
      </p:sp>
      <p:sp>
        <p:nvSpPr>
          <p:cNvPr id="29" name="AutoShape 29"/>
          <p:cNvSpPr>
            <a:spLocks noGrp="1"/>
          </p:cNvSpPr>
          <p:nvPr>
            <p:ph type="body" sz="quarter" idx="55" hasCustomPrompt="1"/>
          </p:nvPr>
        </p:nvSpPr>
        <p:spPr>
          <a:xfrm>
            <a:off x="10991038" y="4357318"/>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0" i="0" u="none" strike="noStrike">
                <a:solidFill>
                  <a:srgbClr val="64666B">
                    <a:alpha val="100000"/>
                  </a:srgbClr>
                </a:solidFill>
                <a:latin typeface="Arial"/>
              </a:defRPr>
            </a:lvl1pPr>
          </a:lstStyle>
          <a:p>
            <a:pPr indent="0" algn="r">
              <a:lnSpc>
                <a:spcPct val="125000"/>
              </a:lnSpc>
            </a:pPr>
            <a:r>
              <a:rPr lang="en-US" sz="1200" b="0" i="0" u="none" strike="noStrike">
                <a:solidFill>
                  <a:srgbClr val="64666B"/>
                </a:solidFill>
                <a:latin typeface="Arial"/>
                <a:ea typeface="Arial"/>
                <a:cs typeface="Arial"/>
                <a:sym typeface="Arial"/>
              </a:rPr>
              <a:t>27</a:t>
            </a:r>
          </a:p>
        </p:txBody>
      </p:sp>
      <p:cxnSp>
        <p:nvCxnSpPr>
          <p:cNvPr id="30" name="Connector 30"/>
          <p:cNvCxnSpPr/>
          <p:nvPr/>
        </p:nvCxnSpPr>
        <p:spPr>
          <a:xfrm rot="-2509828">
            <a:off x="6748928" y="3690933"/>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cxnSp>
        <p:nvCxnSpPr>
          <p:cNvPr id="31" name="Connector 31"/>
          <p:cNvCxnSpPr/>
          <p:nvPr/>
        </p:nvCxnSpPr>
        <p:spPr>
          <a:xfrm rot="-2509828">
            <a:off x="6748928" y="4059233"/>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cxnSp>
        <p:nvCxnSpPr>
          <p:cNvPr id="32" name="Connector 32"/>
          <p:cNvCxnSpPr/>
          <p:nvPr/>
        </p:nvCxnSpPr>
        <p:spPr>
          <a:xfrm rot="-2509828">
            <a:off x="6748928" y="4427533"/>
            <a:ext cx="3494061" cy="3472698"/>
          </a:xfrm>
          <a:prstGeom prst="line">
            <a:avLst/>
          </a:prstGeom>
          <a:solidFill>
            <a:srgbClr val="DEE0E3">
              <a:alpha val="40000"/>
            </a:srgbClr>
          </a:solidFill>
          <a:ln w="12700">
            <a:solidFill>
              <a:srgbClr val="D0D3D6">
                <a:alpha val="40000"/>
              </a:srgbClr>
            </a:solidFill>
            <a:prstDash val="solid"/>
            <a:headEnd type="none" w="med" len="med"/>
            <a:tailEnd type="none" w="med" len="med"/>
          </a:ln>
        </p:spPr>
      </p:cxnSp>
      <p:sp>
        <p:nvSpPr>
          <p:cNvPr id="33" name="AutoShape 33"/>
          <p:cNvSpPr>
            <a:spLocks noGrp="1"/>
          </p:cNvSpPr>
          <p:nvPr>
            <p:ph type="body" sz="quarter" idx="56" hasCustomPrompt="1"/>
          </p:nvPr>
        </p:nvSpPr>
        <p:spPr>
          <a:xfrm>
            <a:off x="6096000" y="4889500"/>
            <a:ext cx="4826000" cy="266700"/>
          </a:xfrm>
          <a:prstGeom prst="rect">
            <a:avLst/>
          </a:prstGeom>
          <a:noFill/>
          <a:ln w="12700">
            <a:noFill/>
            <a:prstDash val="solid"/>
          </a:ln>
          <a:effectLst/>
        </p:spPr>
        <p:txBody>
          <a:bodyPr wrap="square" lIns="0" tIns="0" rIns="0" bIns="0" anchor="ctr">
            <a:noAutofit/>
          </a:bodyPr>
          <a:lstStyle>
            <a:lvl1pPr algn="l">
              <a:lnSpc>
                <a:spcPct val="125000"/>
              </a:lnSpc>
              <a:defRPr sz="1400" b="1" i="0" u="none" strike="noStrike">
                <a:solidFill>
                  <a:srgbClr val="1F2329">
                    <a:alpha val="100000"/>
                  </a:srgbClr>
                </a:solidFill>
                <a:latin typeface="Noto Sans SC"/>
              </a:defRPr>
            </a:lvl1pPr>
          </a:lstStyle>
          <a:p>
            <a:pPr indent="0" algn="l">
              <a:lnSpc>
                <a:spcPct val="125000"/>
              </a:lnSpc>
            </a:pPr>
            <a:r>
              <a:rPr lang="en-US" sz="1400" b="1" i="0" u="none" strike="noStrike">
                <a:solidFill>
                  <a:srgbClr val="1F2329"/>
                </a:solidFill>
                <a:latin typeface="Noto Sans SC"/>
                <a:ea typeface="Noto Sans SC"/>
                <a:cs typeface="Noto Sans SC"/>
                <a:sym typeface="Noto Sans SC"/>
              </a:rPr>
              <a:t>目录标题</a:t>
            </a:r>
          </a:p>
        </p:txBody>
      </p:sp>
      <p:sp>
        <p:nvSpPr>
          <p:cNvPr id="34" name="AutoShape 34"/>
          <p:cNvSpPr>
            <a:spLocks noGrp="1"/>
          </p:cNvSpPr>
          <p:nvPr>
            <p:ph type="body" sz="quarter" idx="57" hasCustomPrompt="1"/>
          </p:nvPr>
        </p:nvSpPr>
        <p:spPr>
          <a:xfrm>
            <a:off x="6096000" y="5321300"/>
            <a:ext cx="4826000" cy="2286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子目录</a:t>
            </a:r>
          </a:p>
        </p:txBody>
      </p:sp>
      <p:sp>
        <p:nvSpPr>
          <p:cNvPr id="35" name="AutoShape 35"/>
          <p:cNvSpPr>
            <a:spLocks noGrp="1"/>
          </p:cNvSpPr>
          <p:nvPr>
            <p:ph type="body" sz="quarter" idx="58" hasCustomPrompt="1"/>
          </p:nvPr>
        </p:nvSpPr>
        <p:spPr>
          <a:xfrm>
            <a:off x="6096000" y="5690818"/>
            <a:ext cx="4826000" cy="2286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子目录</a:t>
            </a:r>
          </a:p>
        </p:txBody>
      </p:sp>
      <p:sp>
        <p:nvSpPr>
          <p:cNvPr id="36" name="AutoShape 36"/>
          <p:cNvSpPr>
            <a:spLocks noGrp="1"/>
          </p:cNvSpPr>
          <p:nvPr>
            <p:ph type="body" sz="quarter" idx="59" hasCustomPrompt="1"/>
          </p:nvPr>
        </p:nvSpPr>
        <p:spPr>
          <a:xfrm>
            <a:off x="10991038" y="4889500"/>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1" i="0" u="none" strike="noStrike">
                <a:solidFill>
                  <a:srgbClr val="1F2329">
                    <a:alpha val="100000"/>
                  </a:srgbClr>
                </a:solidFill>
                <a:latin typeface="Arial"/>
              </a:defRPr>
            </a:lvl1pPr>
          </a:lstStyle>
          <a:p>
            <a:pPr indent="0" algn="r">
              <a:lnSpc>
                <a:spcPct val="125000"/>
              </a:lnSpc>
            </a:pPr>
            <a:r>
              <a:rPr lang="en-US" sz="1200" b="1" i="0" u="none" strike="noStrike">
                <a:solidFill>
                  <a:srgbClr val="1F2329"/>
                </a:solidFill>
                <a:latin typeface="Arial"/>
                <a:ea typeface="Arial"/>
                <a:cs typeface="Arial"/>
                <a:sym typeface="Arial"/>
              </a:rPr>
              <a:t>29</a:t>
            </a:r>
          </a:p>
        </p:txBody>
      </p:sp>
      <p:sp>
        <p:nvSpPr>
          <p:cNvPr id="37" name="AutoShape 37"/>
          <p:cNvSpPr>
            <a:spLocks noGrp="1"/>
          </p:cNvSpPr>
          <p:nvPr>
            <p:ph type="body" sz="quarter" idx="60" hasCustomPrompt="1"/>
          </p:nvPr>
        </p:nvSpPr>
        <p:spPr>
          <a:xfrm>
            <a:off x="10991038" y="5321300"/>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0" i="0" u="none" strike="noStrike">
                <a:solidFill>
                  <a:srgbClr val="64666B">
                    <a:alpha val="100000"/>
                  </a:srgbClr>
                </a:solidFill>
                <a:latin typeface="Arial"/>
              </a:defRPr>
            </a:lvl1pPr>
          </a:lstStyle>
          <a:p>
            <a:pPr indent="0" algn="r">
              <a:lnSpc>
                <a:spcPct val="125000"/>
              </a:lnSpc>
            </a:pPr>
            <a:r>
              <a:rPr lang="en-US" sz="1200" b="0" i="0" u="none" strike="noStrike">
                <a:solidFill>
                  <a:srgbClr val="64666B"/>
                </a:solidFill>
                <a:latin typeface="Arial"/>
                <a:ea typeface="Arial"/>
                <a:cs typeface="Arial"/>
                <a:sym typeface="Arial"/>
              </a:rPr>
              <a:t>30</a:t>
            </a:r>
          </a:p>
        </p:txBody>
      </p:sp>
      <p:sp>
        <p:nvSpPr>
          <p:cNvPr id="38" name="AutoShape 38"/>
          <p:cNvSpPr>
            <a:spLocks noGrp="1"/>
          </p:cNvSpPr>
          <p:nvPr>
            <p:ph type="body" sz="quarter" idx="61" hasCustomPrompt="1"/>
          </p:nvPr>
        </p:nvSpPr>
        <p:spPr>
          <a:xfrm>
            <a:off x="10991038" y="5690818"/>
            <a:ext cx="304800" cy="228600"/>
          </a:xfrm>
          <a:prstGeom prst="rect">
            <a:avLst/>
          </a:prstGeom>
          <a:noFill/>
          <a:ln w="12700">
            <a:noFill/>
            <a:prstDash val="solid"/>
          </a:ln>
          <a:effectLst/>
        </p:spPr>
        <p:txBody>
          <a:bodyPr wrap="square" lIns="0" tIns="0" rIns="0" bIns="0" anchor="ctr">
            <a:noAutofit/>
          </a:bodyPr>
          <a:lstStyle>
            <a:lvl1pPr algn="r">
              <a:lnSpc>
                <a:spcPct val="125000"/>
              </a:lnSpc>
              <a:defRPr sz="1200" b="0" i="0" u="none" strike="noStrike">
                <a:solidFill>
                  <a:srgbClr val="64666B">
                    <a:alpha val="100000"/>
                  </a:srgbClr>
                </a:solidFill>
                <a:latin typeface="Arial"/>
              </a:defRPr>
            </a:lvl1pPr>
          </a:lstStyle>
          <a:p>
            <a:pPr indent="0" algn="r">
              <a:lnSpc>
                <a:spcPct val="125000"/>
              </a:lnSpc>
            </a:pPr>
            <a:r>
              <a:rPr lang="en-US" sz="1200" b="0" i="0" u="none" strike="noStrike">
                <a:solidFill>
                  <a:srgbClr val="64666B"/>
                </a:solidFill>
                <a:latin typeface="Arial"/>
                <a:ea typeface="Arial"/>
                <a:cs typeface="Arial"/>
                <a:sym typeface="Arial"/>
              </a:rPr>
              <a:t>32</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Layout 08">
    <p:spTree>
      <p:nvGrpSpPr>
        <p:cNvPr id="1" name=""/>
        <p:cNvGrpSpPr/>
        <p:nvPr/>
      </p:nvGrpSpPr>
      <p:grpSpPr>
        <a:xfrm>
          <a:off x="0" y="0"/>
          <a:ext cx="0" cy="0"/>
          <a:chOff x="0" y="0"/>
          <a:chExt cx="0" cy="0"/>
        </a:xfrm>
      </p:grpSpPr>
      <p:sp>
        <p:nvSpPr>
          <p:cNvPr id="2" name="AutoShape 2"/>
          <p:cNvSpPr>
            <a:spLocks noGrp="1"/>
          </p:cNvSpPr>
          <p:nvPr>
            <p:ph type="body" sz="quarter" idx="62" hasCustomPrompt="1"/>
          </p:nvPr>
        </p:nvSpPr>
        <p:spPr>
          <a:xfrm>
            <a:off x="1270000" y="3009900"/>
            <a:ext cx="9652000" cy="838200"/>
          </a:xfrm>
          <a:prstGeom prst="rect">
            <a:avLst/>
          </a:prstGeom>
          <a:noFill/>
          <a:ln w="12700">
            <a:noFill/>
            <a:prstDash val="solid"/>
          </a:ln>
          <a:effectLst/>
        </p:spPr>
        <p:txBody>
          <a:bodyPr wrap="square" lIns="0" tIns="0" rIns="0" bIns="0" anchor="ctr">
            <a:noAutofit/>
          </a:bodyPr>
          <a:lstStyle>
            <a:lvl1pPr algn="l">
              <a:lnSpc>
                <a:spcPct val="125000"/>
              </a:lnSpc>
              <a:defRPr sz="4400" b="1" i="0" u="none" strike="noStrike">
                <a:solidFill>
                  <a:srgbClr val="1F2329">
                    <a:alpha val="100000"/>
                  </a:srgbClr>
                </a:solidFill>
                <a:latin typeface="Noto Sans SC"/>
              </a:defRPr>
            </a:lvl1pPr>
          </a:lstStyle>
          <a:p>
            <a:pPr indent="0" algn="l">
              <a:lnSpc>
                <a:spcPct val="125000"/>
              </a:lnSpc>
            </a:pPr>
            <a:r>
              <a:rPr lang="en-US" sz="4400" b="1" i="0" u="none" strike="noStrike">
                <a:solidFill>
                  <a:srgbClr val="1F2329"/>
                </a:solidFill>
                <a:latin typeface="Noto Sans SC"/>
                <a:ea typeface="Noto Sans SC"/>
                <a:cs typeface="Noto Sans SC"/>
                <a:sym typeface="Noto Sans SC"/>
              </a:rPr>
              <a:t>通用模板标题</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Layout 09">
    <p:spTree>
      <p:nvGrpSpPr>
        <p:cNvPr id="1" name=""/>
        <p:cNvGrpSpPr/>
        <p:nvPr/>
      </p:nvGrpSpPr>
      <p:grpSpPr>
        <a:xfrm>
          <a:off x="0" y="0"/>
          <a:ext cx="0" cy="0"/>
          <a:chOff x="0" y="0"/>
          <a:chExt cx="0" cy="0"/>
        </a:xfrm>
      </p:grpSpPr>
      <p:sp>
        <p:nvSpPr>
          <p:cNvPr id="2" name="AutoShape 2"/>
          <p:cNvSpPr>
            <a:spLocks noGrp="1"/>
          </p:cNvSpPr>
          <p:nvPr>
            <p:ph type="body" sz="quarter" idx="63" hasCustomPrompt="1"/>
          </p:nvPr>
        </p:nvSpPr>
        <p:spPr>
          <a:xfrm>
            <a:off x="1270000" y="2762250"/>
            <a:ext cx="9652000" cy="838200"/>
          </a:xfrm>
          <a:prstGeom prst="rect">
            <a:avLst/>
          </a:prstGeom>
          <a:noFill/>
          <a:ln w="12700">
            <a:noFill/>
            <a:prstDash val="solid"/>
          </a:ln>
          <a:effectLst/>
        </p:spPr>
        <p:txBody>
          <a:bodyPr wrap="square" lIns="0" tIns="0" rIns="0" bIns="0" anchor="ctr">
            <a:noAutofit/>
          </a:bodyPr>
          <a:lstStyle>
            <a:lvl1pPr algn="ctr">
              <a:lnSpc>
                <a:spcPct val="125000"/>
              </a:lnSpc>
              <a:defRPr sz="4400" b="1" i="0" u="none" strike="noStrike">
                <a:solidFill>
                  <a:srgbClr val="1F2329">
                    <a:alpha val="100000"/>
                  </a:srgbClr>
                </a:solidFill>
                <a:latin typeface="Noto Sans SC"/>
              </a:defRPr>
            </a:lvl1pPr>
          </a:lstStyle>
          <a:p>
            <a:pPr indent="0" algn="ctr">
              <a:lnSpc>
                <a:spcPct val="125000"/>
              </a:lnSpc>
            </a:pPr>
            <a:r>
              <a:rPr lang="en-US" sz="4400" b="1" i="0" u="none" strike="noStrike">
                <a:solidFill>
                  <a:srgbClr val="1F2329"/>
                </a:solidFill>
                <a:latin typeface="Noto Sans SC"/>
                <a:ea typeface="Noto Sans SC"/>
                <a:cs typeface="Noto Sans SC"/>
                <a:sym typeface="Noto Sans SC"/>
              </a:rPr>
              <a:t>通用模板标题</a:t>
            </a:r>
          </a:p>
        </p:txBody>
      </p:sp>
      <p:sp>
        <p:nvSpPr>
          <p:cNvPr id="3" name="AutoShape 3"/>
          <p:cNvSpPr>
            <a:spLocks noGrp="1"/>
          </p:cNvSpPr>
          <p:nvPr>
            <p:ph type="body" sz="quarter" idx="64" hasCustomPrompt="1"/>
          </p:nvPr>
        </p:nvSpPr>
        <p:spPr>
          <a:xfrm>
            <a:off x="1270000" y="3638550"/>
            <a:ext cx="9652000" cy="457200"/>
          </a:xfrm>
          <a:prstGeom prst="rect">
            <a:avLst/>
          </a:prstGeom>
          <a:noFill/>
          <a:ln w="12700">
            <a:noFill/>
            <a:prstDash val="solid"/>
          </a:ln>
          <a:effectLst/>
        </p:spPr>
        <p:txBody>
          <a:bodyPr wrap="square" lIns="0" tIns="0" rIns="0" bIns="0" anchor="ctr">
            <a:noAutofit/>
          </a:bodyPr>
          <a:lstStyle>
            <a:lvl1pPr algn="ctr">
              <a:lnSpc>
                <a:spcPct val="125000"/>
              </a:lnSpc>
              <a:defRPr sz="2400" b="1" i="0" u="none" strike="noStrike">
                <a:solidFill>
                  <a:srgbClr val="1F2329">
                    <a:alpha val="100000"/>
                  </a:srgbClr>
                </a:solidFill>
                <a:latin typeface="Noto Sans SC"/>
              </a:defRPr>
            </a:lvl1pPr>
          </a:lstStyle>
          <a:p>
            <a:pPr indent="0" algn="ctr">
              <a:lnSpc>
                <a:spcPct val="125000"/>
              </a:lnSpc>
            </a:pPr>
            <a:r>
              <a:rPr lang="en-US" sz="2400" b="1" i="0" u="none" strike="noStrike">
                <a:solidFill>
                  <a:srgbClr val="1F2329"/>
                </a:solidFill>
                <a:latin typeface="Noto Sans SC"/>
                <a:ea typeface="Noto Sans SC"/>
                <a:cs typeface="Noto Sans SC"/>
                <a:sym typeface="Noto Sans SC"/>
              </a:rPr>
              <a:t>通用模板标题</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Layout 10">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xfrm>
            <a:off x="1270000" y="1270000"/>
            <a:ext cx="9652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body" sz="quarter" idx="66" hasCustomPrompt="1"/>
          </p:nvPr>
        </p:nvSpPr>
        <p:spPr>
          <a:xfrm>
            <a:off x="1270000" y="2413000"/>
            <a:ext cx="9652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4" name="AutoShape 4"/>
          <p:cNvSpPr>
            <a:spLocks noGrp="1"/>
          </p:cNvSpPr>
          <p:nvPr>
            <p:ph type="body" sz="quarter" idx="67" hasCustomPrompt="1"/>
          </p:nvPr>
        </p:nvSpPr>
        <p:spPr>
          <a:xfrm>
            <a:off x="1270000" y="3327400"/>
            <a:ext cx="9652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5" name="AutoShape 5"/>
          <p:cNvSpPr>
            <a:spLocks noGrp="1"/>
          </p:cNvSpPr>
          <p:nvPr>
            <p:ph type="body" sz="quarter" idx="68" hasCustomPrompt="1"/>
          </p:nvPr>
        </p:nvSpPr>
        <p:spPr>
          <a:xfrm>
            <a:off x="1270000" y="4470400"/>
            <a:ext cx="9652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Layout 11">
    <p:spTree>
      <p:nvGrpSpPr>
        <p:cNvPr id="1" name=""/>
        <p:cNvGrpSpPr/>
        <p:nvPr/>
      </p:nvGrpSpPr>
      <p:grpSpPr>
        <a:xfrm>
          <a:off x="0" y="0"/>
          <a:ext cx="0" cy="0"/>
          <a:chOff x="0" y="0"/>
          <a:chExt cx="0" cy="0"/>
        </a:xfrm>
      </p:grpSpPr>
      <p:sp>
        <p:nvSpPr>
          <p:cNvPr id="2" name="AutoShape 2"/>
          <p:cNvSpPr>
            <a:spLocks noGrp="1"/>
          </p:cNvSpPr>
          <p:nvPr>
            <p:ph type="body" sz="quarter" idx="69" hasCustomPrompt="1"/>
          </p:nvPr>
        </p:nvSpPr>
        <p:spPr>
          <a:xfrm>
            <a:off x="889000" y="889000"/>
            <a:ext cx="9652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body" sz="quarter" idx="70" hasCustomPrompt="1"/>
          </p:nvPr>
        </p:nvSpPr>
        <p:spPr>
          <a:xfrm>
            <a:off x="890337" y="3556000"/>
            <a:ext cx="4953000" cy="11430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4" name="AutoShape 4"/>
          <p:cNvSpPr>
            <a:spLocks noGrp="1"/>
          </p:cNvSpPr>
          <p:nvPr>
            <p:ph type="body" sz="quarter" idx="71" hasCustomPrompt="1"/>
          </p:nvPr>
        </p:nvSpPr>
        <p:spPr>
          <a:xfrm>
            <a:off x="889000" y="3048000"/>
            <a:ext cx="4954337"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主题标题一</a:t>
            </a:r>
          </a:p>
        </p:txBody>
      </p:sp>
      <p:sp>
        <p:nvSpPr>
          <p:cNvPr id="5" name="AutoShape 5"/>
          <p:cNvSpPr>
            <a:spLocks noGrp="1"/>
          </p:cNvSpPr>
          <p:nvPr>
            <p:ph type="body" sz="quarter" idx="72" hasCustomPrompt="1"/>
          </p:nvPr>
        </p:nvSpPr>
        <p:spPr>
          <a:xfrm>
            <a:off x="6350000" y="3048000"/>
            <a:ext cx="4953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主题标题二</a:t>
            </a:r>
          </a:p>
        </p:txBody>
      </p:sp>
      <p:sp>
        <p:nvSpPr>
          <p:cNvPr id="6" name="AutoShape 6"/>
          <p:cNvSpPr>
            <a:spLocks noGrp="1"/>
          </p:cNvSpPr>
          <p:nvPr>
            <p:ph type="body" sz="quarter" idx="73" hasCustomPrompt="1"/>
          </p:nvPr>
        </p:nvSpPr>
        <p:spPr>
          <a:xfrm>
            <a:off x="6350000" y="3556000"/>
            <a:ext cx="4953000" cy="11430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Layout 12">
    <p:spTree>
      <p:nvGrpSpPr>
        <p:cNvPr id="1" name=""/>
        <p:cNvGrpSpPr/>
        <p:nvPr/>
      </p:nvGrpSpPr>
      <p:grpSpPr>
        <a:xfrm>
          <a:off x="0" y="0"/>
          <a:ext cx="0" cy="0"/>
          <a:chOff x="0" y="0"/>
          <a:chExt cx="0" cy="0"/>
        </a:xfrm>
      </p:grpSpPr>
      <p:sp>
        <p:nvSpPr>
          <p:cNvPr id="2" name="AutoShape 2"/>
          <p:cNvSpPr>
            <a:spLocks noGrp="1"/>
          </p:cNvSpPr>
          <p:nvPr>
            <p:ph type="body" sz="quarter" idx="74"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body" sz="quarter" idx="75" hasCustomPrompt="1"/>
          </p:nvPr>
        </p:nvSpPr>
        <p:spPr>
          <a:xfrm>
            <a:off x="890337" y="3556000"/>
            <a:ext cx="3048000" cy="11430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4" name="AutoShape 4"/>
          <p:cNvSpPr>
            <a:spLocks noGrp="1"/>
          </p:cNvSpPr>
          <p:nvPr>
            <p:ph type="body" sz="quarter" idx="76" hasCustomPrompt="1"/>
          </p:nvPr>
        </p:nvSpPr>
        <p:spPr>
          <a:xfrm>
            <a:off x="889000" y="3048000"/>
            <a:ext cx="3048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主题标题一</a:t>
            </a:r>
          </a:p>
        </p:txBody>
      </p:sp>
      <p:sp>
        <p:nvSpPr>
          <p:cNvPr id="5" name="AutoShape 5"/>
          <p:cNvSpPr>
            <a:spLocks noGrp="1"/>
          </p:cNvSpPr>
          <p:nvPr>
            <p:ph type="body" sz="quarter" idx="77" hasCustomPrompt="1"/>
          </p:nvPr>
        </p:nvSpPr>
        <p:spPr>
          <a:xfrm>
            <a:off x="8255000" y="3556000"/>
            <a:ext cx="3048000" cy="11430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6" name="AutoShape 6"/>
          <p:cNvSpPr>
            <a:spLocks noGrp="1"/>
          </p:cNvSpPr>
          <p:nvPr>
            <p:ph type="body" sz="quarter" idx="78" hasCustomPrompt="1"/>
          </p:nvPr>
        </p:nvSpPr>
        <p:spPr>
          <a:xfrm>
            <a:off x="8255000" y="3048000"/>
            <a:ext cx="3048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主题标题三</a:t>
            </a:r>
          </a:p>
        </p:txBody>
      </p:sp>
      <p:sp>
        <p:nvSpPr>
          <p:cNvPr id="7" name="AutoShape 7"/>
          <p:cNvSpPr>
            <a:spLocks noGrp="1"/>
          </p:cNvSpPr>
          <p:nvPr>
            <p:ph type="body" sz="quarter" idx="79" hasCustomPrompt="1"/>
          </p:nvPr>
        </p:nvSpPr>
        <p:spPr>
          <a:xfrm>
            <a:off x="4572000" y="3556000"/>
            <a:ext cx="3048000" cy="11430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8" name="AutoShape 8"/>
          <p:cNvSpPr>
            <a:spLocks noGrp="1"/>
          </p:cNvSpPr>
          <p:nvPr>
            <p:ph type="body" sz="quarter" idx="80" hasCustomPrompt="1"/>
          </p:nvPr>
        </p:nvSpPr>
        <p:spPr>
          <a:xfrm>
            <a:off x="4572000" y="3048000"/>
            <a:ext cx="3048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主题标题二</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Layout 13">
    <p:spTree>
      <p:nvGrpSpPr>
        <p:cNvPr id="1" name=""/>
        <p:cNvGrpSpPr/>
        <p:nvPr/>
      </p:nvGrpSpPr>
      <p:grpSpPr>
        <a:xfrm>
          <a:off x="0" y="0"/>
          <a:ext cx="0" cy="0"/>
          <a:chOff x="0" y="0"/>
          <a:chExt cx="0" cy="0"/>
        </a:xfrm>
      </p:grpSpPr>
      <p:sp>
        <p:nvSpPr>
          <p:cNvPr id="2" name="AutoShape 2"/>
          <p:cNvSpPr>
            <a:spLocks noGrp="1"/>
          </p:cNvSpPr>
          <p:nvPr>
            <p:ph type="body" sz="quarter" idx="81"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body" sz="quarter" idx="82" hasCustomPrompt="1"/>
          </p:nvPr>
        </p:nvSpPr>
        <p:spPr>
          <a:xfrm>
            <a:off x="890337" y="3556000"/>
            <a:ext cx="2286000" cy="11430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4" name="AutoShape 4"/>
          <p:cNvSpPr>
            <a:spLocks noGrp="1"/>
          </p:cNvSpPr>
          <p:nvPr>
            <p:ph type="body" sz="quarter" idx="83" hasCustomPrompt="1"/>
          </p:nvPr>
        </p:nvSpPr>
        <p:spPr>
          <a:xfrm>
            <a:off x="889000" y="3048000"/>
            <a:ext cx="2286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主题标题一</a:t>
            </a:r>
          </a:p>
        </p:txBody>
      </p:sp>
      <p:sp>
        <p:nvSpPr>
          <p:cNvPr id="5" name="AutoShape 5"/>
          <p:cNvSpPr>
            <a:spLocks noGrp="1"/>
          </p:cNvSpPr>
          <p:nvPr>
            <p:ph type="body" sz="quarter" idx="84" hasCustomPrompt="1"/>
          </p:nvPr>
        </p:nvSpPr>
        <p:spPr>
          <a:xfrm>
            <a:off x="9017000" y="3556000"/>
            <a:ext cx="2286000" cy="11430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6" name="AutoShape 6"/>
          <p:cNvSpPr>
            <a:spLocks noGrp="1"/>
          </p:cNvSpPr>
          <p:nvPr>
            <p:ph type="body" sz="quarter" idx="85" hasCustomPrompt="1"/>
          </p:nvPr>
        </p:nvSpPr>
        <p:spPr>
          <a:xfrm>
            <a:off x="9017000" y="3048000"/>
            <a:ext cx="2286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主题标题四</a:t>
            </a:r>
          </a:p>
        </p:txBody>
      </p:sp>
      <p:sp>
        <p:nvSpPr>
          <p:cNvPr id="7" name="AutoShape 7"/>
          <p:cNvSpPr>
            <a:spLocks noGrp="1"/>
          </p:cNvSpPr>
          <p:nvPr>
            <p:ph type="body" sz="quarter" idx="86" hasCustomPrompt="1"/>
          </p:nvPr>
        </p:nvSpPr>
        <p:spPr>
          <a:xfrm>
            <a:off x="3599225" y="3556000"/>
            <a:ext cx="2286000" cy="11430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8" name="AutoShape 8"/>
          <p:cNvSpPr>
            <a:spLocks noGrp="1"/>
          </p:cNvSpPr>
          <p:nvPr>
            <p:ph type="body" sz="quarter" idx="87" hasCustomPrompt="1"/>
          </p:nvPr>
        </p:nvSpPr>
        <p:spPr>
          <a:xfrm>
            <a:off x="3598333" y="3048000"/>
            <a:ext cx="2286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主题标题二</a:t>
            </a:r>
          </a:p>
        </p:txBody>
      </p:sp>
      <p:sp>
        <p:nvSpPr>
          <p:cNvPr id="9" name="AutoShape 9"/>
          <p:cNvSpPr>
            <a:spLocks noGrp="1"/>
          </p:cNvSpPr>
          <p:nvPr>
            <p:ph type="body" sz="quarter" idx="88" hasCustomPrompt="1"/>
          </p:nvPr>
        </p:nvSpPr>
        <p:spPr>
          <a:xfrm>
            <a:off x="6308112" y="3556000"/>
            <a:ext cx="2286000" cy="11430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0" name="AutoShape 10"/>
          <p:cNvSpPr>
            <a:spLocks noGrp="1"/>
          </p:cNvSpPr>
          <p:nvPr>
            <p:ph type="body" sz="quarter" idx="89" hasCustomPrompt="1"/>
          </p:nvPr>
        </p:nvSpPr>
        <p:spPr>
          <a:xfrm>
            <a:off x="6307667" y="3048000"/>
            <a:ext cx="2286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主题标题三</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Layout 14">
    <p:spTree>
      <p:nvGrpSpPr>
        <p:cNvPr id="1" name=""/>
        <p:cNvGrpSpPr/>
        <p:nvPr/>
      </p:nvGrpSpPr>
      <p:grpSpPr>
        <a:xfrm>
          <a:off x="0" y="0"/>
          <a:ext cx="0" cy="0"/>
          <a:chOff x="0" y="0"/>
          <a:chExt cx="0" cy="0"/>
        </a:xfrm>
      </p:grpSpPr>
      <p:sp>
        <p:nvSpPr>
          <p:cNvPr id="2" name="AutoShape 2"/>
          <p:cNvSpPr>
            <a:spLocks noGrp="1"/>
          </p:cNvSpPr>
          <p:nvPr>
            <p:ph type="body" sz="quarter" idx="90" hasCustomPrompt="1"/>
          </p:nvPr>
        </p:nvSpPr>
        <p:spPr>
          <a:xfrm>
            <a:off x="890337" y="2667000"/>
            <a:ext cx="3048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3" name="AutoShape 3"/>
          <p:cNvSpPr>
            <a:spLocks noGrp="1"/>
          </p:cNvSpPr>
          <p:nvPr>
            <p:ph type="body" sz="quarter" idx="91" hasCustomPrompt="1"/>
          </p:nvPr>
        </p:nvSpPr>
        <p:spPr>
          <a:xfrm>
            <a:off x="889000" y="2128329"/>
            <a:ext cx="3048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主题标题一</a:t>
            </a:r>
          </a:p>
        </p:txBody>
      </p:sp>
      <p:sp>
        <p:nvSpPr>
          <p:cNvPr id="4" name="AutoShape 4"/>
          <p:cNvSpPr>
            <a:spLocks noGrp="1"/>
          </p:cNvSpPr>
          <p:nvPr>
            <p:ph type="body" sz="quarter" idx="92" hasCustomPrompt="1"/>
          </p:nvPr>
        </p:nvSpPr>
        <p:spPr>
          <a:xfrm>
            <a:off x="4573063" y="2667000"/>
            <a:ext cx="3048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5" name="AutoShape 5"/>
          <p:cNvSpPr>
            <a:spLocks noGrp="1"/>
          </p:cNvSpPr>
          <p:nvPr>
            <p:ph type="body" sz="quarter" idx="93" hasCustomPrompt="1"/>
          </p:nvPr>
        </p:nvSpPr>
        <p:spPr>
          <a:xfrm>
            <a:off x="4573063" y="2141029"/>
            <a:ext cx="3048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主题标题二</a:t>
            </a:r>
          </a:p>
        </p:txBody>
      </p:sp>
      <p:sp>
        <p:nvSpPr>
          <p:cNvPr id="6" name="AutoShape 6"/>
          <p:cNvSpPr>
            <a:spLocks noGrp="1"/>
          </p:cNvSpPr>
          <p:nvPr>
            <p:ph type="body" sz="quarter" idx="94" hasCustomPrompt="1"/>
          </p:nvPr>
        </p:nvSpPr>
        <p:spPr>
          <a:xfrm>
            <a:off x="8255790" y="2667000"/>
            <a:ext cx="3048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7" name="AutoShape 7"/>
          <p:cNvSpPr>
            <a:spLocks noGrp="1"/>
          </p:cNvSpPr>
          <p:nvPr>
            <p:ph type="body" sz="quarter" idx="95" hasCustomPrompt="1"/>
          </p:nvPr>
        </p:nvSpPr>
        <p:spPr>
          <a:xfrm>
            <a:off x="8255790" y="2141029"/>
            <a:ext cx="3048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主题标题三</a:t>
            </a:r>
          </a:p>
        </p:txBody>
      </p:sp>
      <p:sp>
        <p:nvSpPr>
          <p:cNvPr id="8" name="AutoShape 8"/>
          <p:cNvSpPr>
            <a:spLocks noGrp="1"/>
          </p:cNvSpPr>
          <p:nvPr>
            <p:ph type="body" sz="quarter" idx="96" hasCustomPrompt="1"/>
          </p:nvPr>
        </p:nvSpPr>
        <p:spPr>
          <a:xfrm>
            <a:off x="890337" y="4572000"/>
            <a:ext cx="3048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9" name="AutoShape 9"/>
          <p:cNvSpPr>
            <a:spLocks noGrp="1"/>
          </p:cNvSpPr>
          <p:nvPr>
            <p:ph type="body" sz="quarter" idx="97" hasCustomPrompt="1"/>
          </p:nvPr>
        </p:nvSpPr>
        <p:spPr>
          <a:xfrm>
            <a:off x="890337" y="4058729"/>
            <a:ext cx="3048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主题标题四</a:t>
            </a:r>
          </a:p>
        </p:txBody>
      </p:sp>
      <p:sp>
        <p:nvSpPr>
          <p:cNvPr id="10" name="AutoShape 10"/>
          <p:cNvSpPr>
            <a:spLocks noGrp="1"/>
          </p:cNvSpPr>
          <p:nvPr>
            <p:ph type="body" sz="quarter" idx="98" hasCustomPrompt="1"/>
          </p:nvPr>
        </p:nvSpPr>
        <p:spPr>
          <a:xfrm>
            <a:off x="8255790" y="4572000"/>
            <a:ext cx="3048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1" name="AutoShape 11"/>
          <p:cNvSpPr>
            <a:spLocks noGrp="1"/>
          </p:cNvSpPr>
          <p:nvPr>
            <p:ph type="body" sz="quarter" idx="99" hasCustomPrompt="1"/>
          </p:nvPr>
        </p:nvSpPr>
        <p:spPr>
          <a:xfrm>
            <a:off x="8255790" y="4058729"/>
            <a:ext cx="3048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主题标题六</a:t>
            </a:r>
          </a:p>
        </p:txBody>
      </p:sp>
      <p:sp>
        <p:nvSpPr>
          <p:cNvPr id="12" name="AutoShape 12"/>
          <p:cNvSpPr>
            <a:spLocks noGrp="1"/>
          </p:cNvSpPr>
          <p:nvPr>
            <p:ph type="body" sz="quarter" idx="100" hasCustomPrompt="1"/>
          </p:nvPr>
        </p:nvSpPr>
        <p:spPr>
          <a:xfrm>
            <a:off x="4573063" y="4572000"/>
            <a:ext cx="3048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3" name="AutoShape 13"/>
          <p:cNvSpPr>
            <a:spLocks noGrp="1"/>
          </p:cNvSpPr>
          <p:nvPr>
            <p:ph type="body" sz="quarter" idx="101" hasCustomPrompt="1"/>
          </p:nvPr>
        </p:nvSpPr>
        <p:spPr>
          <a:xfrm>
            <a:off x="4573063" y="4058729"/>
            <a:ext cx="3048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主题标题五</a:t>
            </a:r>
          </a:p>
        </p:txBody>
      </p:sp>
      <p:sp>
        <p:nvSpPr>
          <p:cNvPr id="14" name="AutoShape 14"/>
          <p:cNvSpPr>
            <a:spLocks noGrp="1"/>
          </p:cNvSpPr>
          <p:nvPr>
            <p:ph type="body" sz="quarter" idx="102"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Layout 15">
    <p:spTree>
      <p:nvGrpSpPr>
        <p:cNvPr id="1" name=""/>
        <p:cNvGrpSpPr/>
        <p:nvPr/>
      </p:nvGrpSpPr>
      <p:grpSpPr>
        <a:xfrm>
          <a:off x="0" y="0"/>
          <a:ext cx="0" cy="0"/>
          <a:chOff x="0" y="0"/>
          <a:chExt cx="0" cy="0"/>
        </a:xfrm>
      </p:grpSpPr>
      <p:sp>
        <p:nvSpPr>
          <p:cNvPr id="2" name="AutoShape 2"/>
          <p:cNvSpPr>
            <a:spLocks noGrp="1"/>
          </p:cNvSpPr>
          <p:nvPr>
            <p:ph type="body" sz="quarter" idx="103" hasCustomPrompt="1"/>
          </p:nvPr>
        </p:nvSpPr>
        <p:spPr>
          <a:xfrm>
            <a:off x="889000" y="3124200"/>
            <a:ext cx="3810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body" sz="quarter" idx="104" hasCustomPrompt="1"/>
          </p:nvPr>
        </p:nvSpPr>
        <p:spPr>
          <a:xfrm>
            <a:off x="5335337" y="1862634"/>
            <a:ext cx="5969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4" name="AutoShape 4"/>
          <p:cNvSpPr>
            <a:spLocks noGrp="1"/>
          </p:cNvSpPr>
          <p:nvPr>
            <p:ph type="body" sz="quarter" idx="105" hasCustomPrompt="1"/>
          </p:nvPr>
        </p:nvSpPr>
        <p:spPr>
          <a:xfrm>
            <a:off x="5334000" y="1323963"/>
            <a:ext cx="5969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主题标题一</a:t>
            </a:r>
          </a:p>
        </p:txBody>
      </p:sp>
      <p:sp>
        <p:nvSpPr>
          <p:cNvPr id="5" name="AutoShape 5"/>
          <p:cNvSpPr>
            <a:spLocks noGrp="1"/>
          </p:cNvSpPr>
          <p:nvPr>
            <p:ph type="body" sz="quarter" idx="106" hasCustomPrompt="1"/>
          </p:nvPr>
        </p:nvSpPr>
        <p:spPr>
          <a:xfrm>
            <a:off x="5335337" y="3425286"/>
            <a:ext cx="5969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6" name="AutoShape 6"/>
          <p:cNvSpPr>
            <a:spLocks noGrp="1"/>
          </p:cNvSpPr>
          <p:nvPr>
            <p:ph type="body" sz="quarter" idx="107" hasCustomPrompt="1"/>
          </p:nvPr>
        </p:nvSpPr>
        <p:spPr>
          <a:xfrm>
            <a:off x="5334000" y="2886614"/>
            <a:ext cx="5969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主题标题二</a:t>
            </a:r>
          </a:p>
        </p:txBody>
      </p:sp>
      <p:sp>
        <p:nvSpPr>
          <p:cNvPr id="7" name="AutoShape 7"/>
          <p:cNvSpPr>
            <a:spLocks noGrp="1"/>
          </p:cNvSpPr>
          <p:nvPr>
            <p:ph type="body" sz="quarter" idx="108" hasCustomPrompt="1"/>
          </p:nvPr>
        </p:nvSpPr>
        <p:spPr>
          <a:xfrm>
            <a:off x="5335337" y="4987937"/>
            <a:ext cx="5969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8" name="AutoShape 8"/>
          <p:cNvSpPr>
            <a:spLocks noGrp="1"/>
          </p:cNvSpPr>
          <p:nvPr>
            <p:ph type="body" sz="quarter" idx="109" hasCustomPrompt="1"/>
          </p:nvPr>
        </p:nvSpPr>
        <p:spPr>
          <a:xfrm>
            <a:off x="5334000" y="4449266"/>
            <a:ext cx="5969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主题标题三</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Layout 16">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82959" y="1294757"/>
            <a:ext cx="404909" cy="404909"/>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13700" y="1294757"/>
            <a:ext cx="404909" cy="404909"/>
          </a:xfrm>
          <a:prstGeom prst="rect">
            <a:avLst/>
          </a:prstGeom>
        </p:spPr>
      </p:pic>
      <p:pic>
        <p:nvPicPr>
          <p:cNvPr id="4" name="Picture 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82959" y="3720457"/>
            <a:ext cx="404909" cy="404909"/>
          </a:xfrm>
          <a:prstGeom prst="rect">
            <a:avLst/>
          </a:prstGeom>
        </p:spPr>
      </p:pic>
      <p:pic>
        <p:nvPicPr>
          <p:cNvPr id="5" name="Picture 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13700" y="3720457"/>
            <a:ext cx="404909" cy="404909"/>
          </a:xfrm>
          <a:prstGeom prst="rect">
            <a:avLst/>
          </a:prstGeom>
        </p:spPr>
      </p:pic>
      <p:sp>
        <p:nvSpPr>
          <p:cNvPr id="6" name="AutoShape 6"/>
          <p:cNvSpPr>
            <a:spLocks noGrp="1"/>
          </p:cNvSpPr>
          <p:nvPr>
            <p:ph type="body" sz="quarter" idx="110" hasCustomPrompt="1"/>
          </p:nvPr>
        </p:nvSpPr>
        <p:spPr>
          <a:xfrm>
            <a:off x="889000" y="3124200"/>
            <a:ext cx="2965219"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7" name="AutoShape 7"/>
          <p:cNvSpPr>
            <a:spLocks noGrp="1"/>
          </p:cNvSpPr>
          <p:nvPr>
            <p:ph type="body" sz="quarter" idx="111" hasCustomPrompt="1"/>
          </p:nvPr>
        </p:nvSpPr>
        <p:spPr>
          <a:xfrm>
            <a:off x="4282959" y="2286000"/>
            <a:ext cx="3302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8" name="AutoShape 8"/>
          <p:cNvSpPr>
            <a:spLocks noGrp="1"/>
          </p:cNvSpPr>
          <p:nvPr>
            <p:ph type="body" sz="quarter" idx="112" hasCustomPrompt="1"/>
          </p:nvPr>
        </p:nvSpPr>
        <p:spPr>
          <a:xfrm>
            <a:off x="4282959" y="1853943"/>
            <a:ext cx="3302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9" name="AutoShape 9"/>
          <p:cNvSpPr>
            <a:spLocks noGrp="1"/>
          </p:cNvSpPr>
          <p:nvPr>
            <p:ph type="body" sz="quarter" idx="113" hasCustomPrompt="1"/>
          </p:nvPr>
        </p:nvSpPr>
        <p:spPr>
          <a:xfrm>
            <a:off x="8013700" y="2286000"/>
            <a:ext cx="3302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0" name="AutoShape 10"/>
          <p:cNvSpPr>
            <a:spLocks noGrp="1"/>
          </p:cNvSpPr>
          <p:nvPr>
            <p:ph type="body" sz="quarter" idx="114" hasCustomPrompt="1"/>
          </p:nvPr>
        </p:nvSpPr>
        <p:spPr>
          <a:xfrm>
            <a:off x="8013700" y="1853943"/>
            <a:ext cx="3302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11" name="AutoShape 11"/>
          <p:cNvSpPr>
            <a:spLocks noGrp="1"/>
          </p:cNvSpPr>
          <p:nvPr>
            <p:ph type="body" sz="quarter" idx="115" hasCustomPrompt="1"/>
          </p:nvPr>
        </p:nvSpPr>
        <p:spPr>
          <a:xfrm>
            <a:off x="4282959" y="4737100"/>
            <a:ext cx="3302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2" name="AutoShape 12"/>
          <p:cNvSpPr>
            <a:spLocks noGrp="1"/>
          </p:cNvSpPr>
          <p:nvPr>
            <p:ph type="body" sz="quarter" idx="116" hasCustomPrompt="1"/>
          </p:nvPr>
        </p:nvSpPr>
        <p:spPr>
          <a:xfrm>
            <a:off x="4282959" y="4305043"/>
            <a:ext cx="3302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
        <p:nvSpPr>
          <p:cNvPr id="13" name="AutoShape 13"/>
          <p:cNvSpPr>
            <a:spLocks noGrp="1"/>
          </p:cNvSpPr>
          <p:nvPr>
            <p:ph type="body" sz="quarter" idx="117" hasCustomPrompt="1"/>
          </p:nvPr>
        </p:nvSpPr>
        <p:spPr>
          <a:xfrm>
            <a:off x="8013700" y="4737100"/>
            <a:ext cx="3302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4" name="AutoShape 14"/>
          <p:cNvSpPr>
            <a:spLocks noGrp="1"/>
          </p:cNvSpPr>
          <p:nvPr>
            <p:ph type="body" sz="quarter" idx="118" hasCustomPrompt="1"/>
          </p:nvPr>
        </p:nvSpPr>
        <p:spPr>
          <a:xfrm>
            <a:off x="8013700" y="4305043"/>
            <a:ext cx="3302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主题标题四</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Layout 17">
    <p:spTree>
      <p:nvGrpSpPr>
        <p:cNvPr id="1" name=""/>
        <p:cNvGrpSpPr/>
        <p:nvPr/>
      </p:nvGrpSpPr>
      <p:grpSpPr>
        <a:xfrm>
          <a:off x="0" y="0"/>
          <a:ext cx="0" cy="0"/>
          <a:chOff x="0" y="0"/>
          <a:chExt cx="0" cy="0"/>
        </a:xfrm>
      </p:grpSpPr>
      <p:sp>
        <p:nvSpPr>
          <p:cNvPr id="2" name="AutoShape 2"/>
          <p:cNvSpPr/>
          <p:nvPr/>
        </p:nvSpPr>
        <p:spPr>
          <a:xfrm>
            <a:off x="889668" y="2197768"/>
            <a:ext cx="406400" cy="406400"/>
          </a:xfrm>
          <a:prstGeom prst="roundRect">
            <a:avLst>
              <a:gd name="adj" fmla="val 12500"/>
            </a:avLst>
          </a:prstGeom>
          <a:noFill/>
          <a:ln w="25400">
            <a:solidFill>
              <a:srgbClr val="4E6EFD">
                <a:alpha val="100000"/>
              </a:srgbClr>
            </a:solidFill>
            <a:prstDash val="solid"/>
          </a:ln>
        </p:spPr>
        <p:txBody>
          <a:bodyPr wrap="square" lIns="0" tIns="0" rIns="0" bIns="0" rtlCol="0" anchor="ctr">
            <a:noAutofit/>
          </a:bodyPr>
          <a:lstStyle/>
          <a:p>
            <a:pPr indent="0" algn="ctr">
              <a:lnSpc>
                <a:spcPct val="100000"/>
              </a:lnSpc>
              <a:defRPr/>
            </a:pPr>
            <a:r>
              <a:rPr lang="en-US" sz="1400" b="1" i="0" u="none" strike="noStrike">
                <a:solidFill>
                  <a:srgbClr val="1F2329"/>
                </a:solidFill>
                <a:latin typeface="Arial"/>
                <a:ea typeface="Arial"/>
                <a:cs typeface="Arial"/>
                <a:sym typeface="Arial"/>
              </a:rPr>
              <a:t>01</a:t>
            </a:r>
            <a:endParaRPr lang="en-US" sz="1100"/>
          </a:p>
        </p:txBody>
      </p:sp>
      <p:sp>
        <p:nvSpPr>
          <p:cNvPr id="3" name="AutoShape 3"/>
          <p:cNvSpPr/>
          <p:nvPr/>
        </p:nvSpPr>
        <p:spPr>
          <a:xfrm>
            <a:off x="6350668" y="2197768"/>
            <a:ext cx="406400" cy="406400"/>
          </a:xfrm>
          <a:prstGeom prst="roundRect">
            <a:avLst>
              <a:gd name="adj" fmla="val 12500"/>
            </a:avLst>
          </a:prstGeom>
          <a:noFill/>
          <a:ln w="25400">
            <a:solidFill>
              <a:srgbClr val="4E6EFD">
                <a:alpha val="100000"/>
              </a:srgbClr>
            </a:solidFill>
            <a:prstDash val="solid"/>
          </a:ln>
        </p:spPr>
        <p:txBody>
          <a:bodyPr wrap="square" lIns="0" tIns="0" rIns="0" bIns="0" rtlCol="0" anchor="ctr">
            <a:noAutofit/>
          </a:bodyPr>
          <a:lstStyle/>
          <a:p>
            <a:pPr indent="0" algn="ctr">
              <a:lnSpc>
                <a:spcPct val="100000"/>
              </a:lnSpc>
              <a:defRPr/>
            </a:pPr>
            <a:r>
              <a:rPr lang="en-US" sz="1400" b="1" i="0" u="none" strike="noStrike">
                <a:solidFill>
                  <a:srgbClr val="1F2329"/>
                </a:solidFill>
                <a:latin typeface="Arial"/>
                <a:ea typeface="Arial"/>
                <a:cs typeface="Arial"/>
                <a:sym typeface="Arial"/>
              </a:rPr>
              <a:t>02</a:t>
            </a:r>
            <a:endParaRPr lang="en-US" sz="1100"/>
          </a:p>
        </p:txBody>
      </p:sp>
      <p:sp>
        <p:nvSpPr>
          <p:cNvPr id="4" name="AutoShape 4"/>
          <p:cNvSpPr/>
          <p:nvPr/>
        </p:nvSpPr>
        <p:spPr>
          <a:xfrm>
            <a:off x="889668" y="4114568"/>
            <a:ext cx="406400" cy="406400"/>
          </a:xfrm>
          <a:prstGeom prst="roundRect">
            <a:avLst>
              <a:gd name="adj" fmla="val 12500"/>
            </a:avLst>
          </a:prstGeom>
          <a:noFill/>
          <a:ln w="25400">
            <a:solidFill>
              <a:srgbClr val="4E6EFD">
                <a:alpha val="100000"/>
              </a:srgbClr>
            </a:solidFill>
            <a:prstDash val="solid"/>
          </a:ln>
        </p:spPr>
        <p:txBody>
          <a:bodyPr wrap="square" lIns="0" tIns="0" rIns="0" bIns="0" rtlCol="0" anchor="ctr">
            <a:noAutofit/>
          </a:bodyPr>
          <a:lstStyle/>
          <a:p>
            <a:pPr indent="0" algn="ctr">
              <a:lnSpc>
                <a:spcPct val="100000"/>
              </a:lnSpc>
              <a:defRPr/>
            </a:pPr>
            <a:r>
              <a:rPr lang="en-US" sz="1400" b="1" i="0" u="none" strike="noStrike">
                <a:solidFill>
                  <a:srgbClr val="1F2329"/>
                </a:solidFill>
                <a:latin typeface="Arial"/>
                <a:ea typeface="Arial"/>
                <a:cs typeface="Arial"/>
                <a:sym typeface="Arial"/>
              </a:rPr>
              <a:t>03</a:t>
            </a:r>
            <a:endParaRPr lang="en-US" sz="1100"/>
          </a:p>
        </p:txBody>
      </p:sp>
      <p:sp>
        <p:nvSpPr>
          <p:cNvPr id="5" name="AutoShape 5"/>
          <p:cNvSpPr/>
          <p:nvPr/>
        </p:nvSpPr>
        <p:spPr>
          <a:xfrm>
            <a:off x="6350668" y="4114568"/>
            <a:ext cx="406400" cy="406400"/>
          </a:xfrm>
          <a:prstGeom prst="roundRect">
            <a:avLst>
              <a:gd name="adj" fmla="val 12500"/>
            </a:avLst>
          </a:prstGeom>
          <a:noFill/>
          <a:ln w="25400">
            <a:solidFill>
              <a:srgbClr val="4E6EFD">
                <a:alpha val="100000"/>
              </a:srgbClr>
            </a:solidFill>
            <a:prstDash val="solid"/>
          </a:ln>
        </p:spPr>
        <p:txBody>
          <a:bodyPr wrap="square" lIns="0" tIns="0" rIns="0" bIns="0" rtlCol="0" anchor="ctr">
            <a:noAutofit/>
          </a:bodyPr>
          <a:lstStyle/>
          <a:p>
            <a:pPr indent="0" algn="ctr">
              <a:lnSpc>
                <a:spcPct val="100000"/>
              </a:lnSpc>
              <a:defRPr/>
            </a:pPr>
            <a:r>
              <a:rPr lang="en-US" sz="1400" b="1" i="0" u="none" strike="noStrike">
                <a:solidFill>
                  <a:srgbClr val="1F2329"/>
                </a:solidFill>
                <a:latin typeface="Arial"/>
                <a:ea typeface="Arial"/>
                <a:cs typeface="Arial"/>
                <a:sym typeface="Arial"/>
              </a:rPr>
              <a:t>04</a:t>
            </a:r>
            <a:endParaRPr lang="en-US" sz="1100"/>
          </a:p>
        </p:txBody>
      </p:sp>
      <p:sp>
        <p:nvSpPr>
          <p:cNvPr id="6" name="AutoShape 6"/>
          <p:cNvSpPr>
            <a:spLocks noGrp="1"/>
          </p:cNvSpPr>
          <p:nvPr>
            <p:ph type="body" sz="quarter" idx="119"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7" name="AutoShape 7"/>
          <p:cNvSpPr>
            <a:spLocks noGrp="1"/>
          </p:cNvSpPr>
          <p:nvPr>
            <p:ph type="body" sz="quarter" idx="120" hasCustomPrompt="1"/>
          </p:nvPr>
        </p:nvSpPr>
        <p:spPr>
          <a:xfrm>
            <a:off x="889668" y="3239425"/>
            <a:ext cx="4953000" cy="457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8" name="AutoShape 8"/>
          <p:cNvSpPr>
            <a:spLocks noGrp="1"/>
          </p:cNvSpPr>
          <p:nvPr>
            <p:ph type="body" sz="quarter" idx="121" hasCustomPrompt="1"/>
          </p:nvPr>
        </p:nvSpPr>
        <p:spPr>
          <a:xfrm>
            <a:off x="889668" y="2807368"/>
            <a:ext cx="4953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9" name="AutoShape 9"/>
          <p:cNvSpPr>
            <a:spLocks noGrp="1"/>
          </p:cNvSpPr>
          <p:nvPr>
            <p:ph type="body" sz="quarter" idx="122" hasCustomPrompt="1"/>
          </p:nvPr>
        </p:nvSpPr>
        <p:spPr>
          <a:xfrm>
            <a:off x="6350668" y="3239425"/>
            <a:ext cx="4953000" cy="457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0" name="AutoShape 10"/>
          <p:cNvSpPr>
            <a:spLocks noGrp="1"/>
          </p:cNvSpPr>
          <p:nvPr>
            <p:ph type="body" sz="quarter" idx="123" hasCustomPrompt="1"/>
          </p:nvPr>
        </p:nvSpPr>
        <p:spPr>
          <a:xfrm>
            <a:off x="6350668" y="2807368"/>
            <a:ext cx="4953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11" name="AutoShape 11"/>
          <p:cNvSpPr>
            <a:spLocks noGrp="1"/>
          </p:cNvSpPr>
          <p:nvPr>
            <p:ph type="body" sz="quarter" idx="124" hasCustomPrompt="1"/>
          </p:nvPr>
        </p:nvSpPr>
        <p:spPr>
          <a:xfrm>
            <a:off x="889668" y="5156225"/>
            <a:ext cx="4953000" cy="457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2" name="AutoShape 12"/>
          <p:cNvSpPr>
            <a:spLocks noGrp="1"/>
          </p:cNvSpPr>
          <p:nvPr>
            <p:ph type="body" sz="quarter" idx="125" hasCustomPrompt="1"/>
          </p:nvPr>
        </p:nvSpPr>
        <p:spPr>
          <a:xfrm>
            <a:off x="889668" y="4724168"/>
            <a:ext cx="4953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
        <p:nvSpPr>
          <p:cNvPr id="13" name="AutoShape 13"/>
          <p:cNvSpPr>
            <a:spLocks noGrp="1"/>
          </p:cNvSpPr>
          <p:nvPr>
            <p:ph type="body" sz="quarter" idx="126" hasCustomPrompt="1"/>
          </p:nvPr>
        </p:nvSpPr>
        <p:spPr>
          <a:xfrm>
            <a:off x="6350668" y="5156225"/>
            <a:ext cx="4953000" cy="457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4" name="AutoShape 14"/>
          <p:cNvSpPr>
            <a:spLocks noGrp="1"/>
          </p:cNvSpPr>
          <p:nvPr>
            <p:ph type="body" sz="quarter" idx="127" hasCustomPrompt="1"/>
          </p:nvPr>
        </p:nvSpPr>
        <p:spPr>
          <a:xfrm>
            <a:off x="6350668" y="4724168"/>
            <a:ext cx="4953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主题标题四</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Layout 18">
    <p:spTree>
      <p:nvGrpSpPr>
        <p:cNvPr id="1" name=""/>
        <p:cNvGrpSpPr/>
        <p:nvPr/>
      </p:nvGrpSpPr>
      <p:grpSpPr>
        <a:xfrm>
          <a:off x="0" y="0"/>
          <a:ext cx="0" cy="0"/>
          <a:chOff x="0" y="0"/>
          <a:chExt cx="0" cy="0"/>
        </a:xfrm>
      </p:grpSpPr>
      <p:grpSp>
        <p:nvGrpSpPr>
          <p:cNvPr id="2" name="Group 2"/>
          <p:cNvGrpSpPr/>
          <p:nvPr/>
        </p:nvGrpSpPr>
        <p:grpSpPr>
          <a:xfrm>
            <a:off x="889668" y="2234943"/>
            <a:ext cx="584200" cy="584200"/>
            <a:chOff x="889668" y="2234943"/>
            <a:chExt cx="584200" cy="584200"/>
          </a:xfrm>
        </p:grpSpPr>
        <p:sp>
          <p:nvSpPr>
            <p:cNvPr id="3" name="AutoShape 3"/>
            <p:cNvSpPr/>
            <p:nvPr/>
          </p:nvSpPr>
          <p:spPr>
            <a:xfrm>
              <a:off x="889668" y="2234943"/>
              <a:ext cx="584200" cy="584200"/>
            </a:xfrm>
            <a:prstGeom prst="roundRect">
              <a:avLst>
                <a:gd name="adj" fmla="val 50000"/>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9368" y="2374643"/>
            <a:ext cx="304800" cy="304800"/>
          </a:xfrm>
          <a:prstGeom prst="rect">
            <a:avLst/>
          </a:prstGeom>
        </p:spPr>
      </p:pic>
      <p:grpSp>
        <p:nvGrpSpPr>
          <p:cNvPr id="5" name="Group 5"/>
          <p:cNvGrpSpPr/>
          <p:nvPr/>
        </p:nvGrpSpPr>
        <p:grpSpPr>
          <a:xfrm>
            <a:off x="6333264" y="2234943"/>
            <a:ext cx="584200" cy="584200"/>
            <a:chOff x="6333264" y="2234943"/>
            <a:chExt cx="584200" cy="584200"/>
          </a:xfrm>
        </p:grpSpPr>
        <p:sp>
          <p:nvSpPr>
            <p:cNvPr id="6" name="AutoShape 6"/>
            <p:cNvSpPr/>
            <p:nvPr/>
          </p:nvSpPr>
          <p:spPr>
            <a:xfrm>
              <a:off x="6333264" y="2234943"/>
              <a:ext cx="584200" cy="584200"/>
            </a:xfrm>
            <a:prstGeom prst="roundRect">
              <a:avLst>
                <a:gd name="adj" fmla="val 50000"/>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2964" y="2374643"/>
            <a:ext cx="304800" cy="304800"/>
          </a:xfrm>
          <a:prstGeom prst="rect">
            <a:avLst/>
          </a:prstGeom>
        </p:spPr>
      </p:pic>
      <p:grpSp>
        <p:nvGrpSpPr>
          <p:cNvPr id="8" name="Group 8"/>
          <p:cNvGrpSpPr/>
          <p:nvPr/>
        </p:nvGrpSpPr>
        <p:grpSpPr>
          <a:xfrm>
            <a:off x="889668" y="4089143"/>
            <a:ext cx="584200" cy="584200"/>
            <a:chOff x="889668" y="4089143"/>
            <a:chExt cx="584200" cy="584200"/>
          </a:xfrm>
        </p:grpSpPr>
        <p:sp>
          <p:nvSpPr>
            <p:cNvPr id="9" name="AutoShape 9"/>
            <p:cNvSpPr/>
            <p:nvPr/>
          </p:nvSpPr>
          <p:spPr>
            <a:xfrm>
              <a:off x="889668" y="4089143"/>
              <a:ext cx="584200" cy="584200"/>
            </a:xfrm>
            <a:prstGeom prst="roundRect">
              <a:avLst>
                <a:gd name="adj" fmla="val 50000"/>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9368" y="4228843"/>
            <a:ext cx="304800" cy="304800"/>
          </a:xfrm>
          <a:prstGeom prst="rect">
            <a:avLst/>
          </a:prstGeom>
        </p:spPr>
      </p:pic>
      <p:grpSp>
        <p:nvGrpSpPr>
          <p:cNvPr id="11" name="Group 11"/>
          <p:cNvGrpSpPr/>
          <p:nvPr/>
        </p:nvGrpSpPr>
        <p:grpSpPr>
          <a:xfrm>
            <a:off x="6333264" y="4089143"/>
            <a:ext cx="584200" cy="584200"/>
            <a:chOff x="6333264" y="4089143"/>
            <a:chExt cx="584200" cy="584200"/>
          </a:xfrm>
        </p:grpSpPr>
        <p:sp>
          <p:nvSpPr>
            <p:cNvPr id="12" name="AutoShape 12"/>
            <p:cNvSpPr/>
            <p:nvPr/>
          </p:nvSpPr>
          <p:spPr>
            <a:xfrm>
              <a:off x="6333264" y="4089143"/>
              <a:ext cx="584200" cy="584200"/>
            </a:xfrm>
            <a:prstGeom prst="roundRect">
              <a:avLst>
                <a:gd name="adj" fmla="val 50000"/>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2964" y="4228843"/>
            <a:ext cx="304800" cy="304800"/>
          </a:xfrm>
          <a:prstGeom prst="rect">
            <a:avLst/>
          </a:prstGeom>
        </p:spPr>
      </p:pic>
      <p:sp>
        <p:nvSpPr>
          <p:cNvPr id="14" name="AutoShape 14"/>
          <p:cNvSpPr>
            <a:spLocks noGrp="1"/>
          </p:cNvSpPr>
          <p:nvPr>
            <p:ph type="body" sz="quarter" idx="128"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15" name="AutoShape 15"/>
          <p:cNvSpPr>
            <a:spLocks noGrp="1"/>
          </p:cNvSpPr>
          <p:nvPr>
            <p:ph type="body" sz="quarter" idx="129" hasCustomPrompt="1"/>
          </p:nvPr>
        </p:nvSpPr>
        <p:spPr>
          <a:xfrm>
            <a:off x="1668405" y="2667000"/>
            <a:ext cx="4191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6" name="AutoShape 16"/>
          <p:cNvSpPr>
            <a:spLocks noGrp="1"/>
          </p:cNvSpPr>
          <p:nvPr>
            <p:ph type="body" sz="quarter" idx="130" hasCustomPrompt="1"/>
          </p:nvPr>
        </p:nvSpPr>
        <p:spPr>
          <a:xfrm>
            <a:off x="1668405" y="2234943"/>
            <a:ext cx="4191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17" name="AutoShape 17"/>
          <p:cNvSpPr>
            <a:spLocks noGrp="1"/>
          </p:cNvSpPr>
          <p:nvPr>
            <p:ph type="body" sz="quarter" idx="131" hasCustomPrompt="1"/>
          </p:nvPr>
        </p:nvSpPr>
        <p:spPr>
          <a:xfrm>
            <a:off x="7112000" y="2667000"/>
            <a:ext cx="4191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8" name="AutoShape 18"/>
          <p:cNvSpPr>
            <a:spLocks noGrp="1"/>
          </p:cNvSpPr>
          <p:nvPr>
            <p:ph type="body" sz="quarter" idx="132" hasCustomPrompt="1"/>
          </p:nvPr>
        </p:nvSpPr>
        <p:spPr>
          <a:xfrm>
            <a:off x="7112000" y="2234943"/>
            <a:ext cx="4191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19" name="AutoShape 19"/>
          <p:cNvSpPr>
            <a:spLocks noGrp="1"/>
          </p:cNvSpPr>
          <p:nvPr>
            <p:ph type="body" sz="quarter" idx="133" hasCustomPrompt="1"/>
          </p:nvPr>
        </p:nvSpPr>
        <p:spPr>
          <a:xfrm>
            <a:off x="1668405" y="4521071"/>
            <a:ext cx="4191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20" name="AutoShape 20"/>
          <p:cNvSpPr>
            <a:spLocks noGrp="1"/>
          </p:cNvSpPr>
          <p:nvPr>
            <p:ph type="body" sz="quarter" idx="134" hasCustomPrompt="1"/>
          </p:nvPr>
        </p:nvSpPr>
        <p:spPr>
          <a:xfrm>
            <a:off x="1668405" y="4089014"/>
            <a:ext cx="4191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
        <p:nvSpPr>
          <p:cNvPr id="21" name="AutoShape 21"/>
          <p:cNvSpPr>
            <a:spLocks noGrp="1"/>
          </p:cNvSpPr>
          <p:nvPr>
            <p:ph type="body" sz="quarter" idx="135" hasCustomPrompt="1"/>
          </p:nvPr>
        </p:nvSpPr>
        <p:spPr>
          <a:xfrm>
            <a:off x="7112000" y="4521071"/>
            <a:ext cx="4191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22" name="AutoShape 22"/>
          <p:cNvSpPr>
            <a:spLocks noGrp="1"/>
          </p:cNvSpPr>
          <p:nvPr>
            <p:ph type="body" sz="quarter" idx="136" hasCustomPrompt="1"/>
          </p:nvPr>
        </p:nvSpPr>
        <p:spPr>
          <a:xfrm>
            <a:off x="7112000" y="4089014"/>
            <a:ext cx="4191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主题标题四</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Layout 19">
    <p:bg>
      <p:bgPr>
        <a:solidFill>
          <a:srgbClr val="F4F5F6">
            <a:alpha val="100000"/>
          </a:srgbClr>
        </a:solidFill>
        <a:effectLst/>
      </p:bgPr>
    </p:bg>
    <p:spTree>
      <p:nvGrpSpPr>
        <p:cNvPr id="1" name=""/>
        <p:cNvGrpSpPr/>
        <p:nvPr/>
      </p:nvGrpSpPr>
      <p:grpSpPr>
        <a:xfrm>
          <a:off x="0" y="0"/>
          <a:ext cx="0" cy="0"/>
          <a:chOff x="0" y="0"/>
          <a:chExt cx="0" cy="0"/>
        </a:xfrm>
      </p:grpSpPr>
      <p:grpSp>
        <p:nvGrpSpPr>
          <p:cNvPr id="2" name="Group 2"/>
          <p:cNvGrpSpPr/>
          <p:nvPr/>
        </p:nvGrpSpPr>
        <p:grpSpPr>
          <a:xfrm>
            <a:off x="889668" y="1867866"/>
            <a:ext cx="3217827" cy="4101134"/>
            <a:chOff x="889668" y="1867866"/>
            <a:chExt cx="3217827" cy="4101134"/>
          </a:xfrm>
        </p:grpSpPr>
        <p:sp>
          <p:nvSpPr>
            <p:cNvPr id="3" name="AutoShape 3"/>
            <p:cNvSpPr/>
            <p:nvPr/>
          </p:nvSpPr>
          <p:spPr>
            <a:xfrm>
              <a:off x="889668" y="1867866"/>
              <a:ext cx="3217827" cy="4101134"/>
            </a:xfrm>
            <a:prstGeom prst="roundRect">
              <a:avLst>
                <a:gd name="adj" fmla="val 4736"/>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4" name="AutoShape 4"/>
            <p:cNvSpPr/>
            <p:nvPr/>
          </p:nvSpPr>
          <p:spPr>
            <a:xfrm>
              <a:off x="1170763" y="2190267"/>
              <a:ext cx="584200" cy="584200"/>
            </a:xfrm>
            <a:prstGeom prst="roundRect">
              <a:avLst>
                <a:gd name="adj" fmla="val 17391"/>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0463" y="2329967"/>
            <a:ext cx="304800" cy="304800"/>
          </a:xfrm>
          <a:prstGeom prst="rect">
            <a:avLst/>
          </a:prstGeom>
        </p:spPr>
      </p:pic>
      <p:grpSp>
        <p:nvGrpSpPr>
          <p:cNvPr id="6" name="Group 6"/>
          <p:cNvGrpSpPr/>
          <p:nvPr/>
        </p:nvGrpSpPr>
        <p:grpSpPr>
          <a:xfrm>
            <a:off x="4487421" y="1867866"/>
            <a:ext cx="3217827" cy="4101134"/>
            <a:chOff x="4487421" y="1867866"/>
            <a:chExt cx="3217827" cy="4101134"/>
          </a:xfrm>
        </p:grpSpPr>
        <p:sp>
          <p:nvSpPr>
            <p:cNvPr id="7" name="AutoShape 7"/>
            <p:cNvSpPr/>
            <p:nvPr/>
          </p:nvSpPr>
          <p:spPr>
            <a:xfrm>
              <a:off x="4487421" y="1867866"/>
              <a:ext cx="3217827" cy="4101134"/>
            </a:xfrm>
            <a:prstGeom prst="roundRect">
              <a:avLst>
                <a:gd name="adj" fmla="val 4736"/>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8" name="AutoShape 8"/>
            <p:cNvSpPr/>
            <p:nvPr/>
          </p:nvSpPr>
          <p:spPr>
            <a:xfrm>
              <a:off x="4768515" y="2190267"/>
              <a:ext cx="584200" cy="584200"/>
            </a:xfrm>
            <a:prstGeom prst="roundRect">
              <a:avLst>
                <a:gd name="adj" fmla="val 17391"/>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08215" y="2329967"/>
            <a:ext cx="304800" cy="304800"/>
          </a:xfrm>
          <a:prstGeom prst="rect">
            <a:avLst/>
          </a:prstGeom>
        </p:spPr>
      </p:pic>
      <p:grpSp>
        <p:nvGrpSpPr>
          <p:cNvPr id="10" name="Group 10"/>
          <p:cNvGrpSpPr/>
          <p:nvPr/>
        </p:nvGrpSpPr>
        <p:grpSpPr>
          <a:xfrm>
            <a:off x="8085173" y="1867866"/>
            <a:ext cx="3217827" cy="4101134"/>
            <a:chOff x="8085173" y="1867866"/>
            <a:chExt cx="3217827" cy="4101134"/>
          </a:xfrm>
        </p:grpSpPr>
        <p:sp>
          <p:nvSpPr>
            <p:cNvPr id="11" name="AutoShape 11"/>
            <p:cNvSpPr/>
            <p:nvPr/>
          </p:nvSpPr>
          <p:spPr>
            <a:xfrm>
              <a:off x="8085173" y="1867866"/>
              <a:ext cx="3217827" cy="4101134"/>
            </a:xfrm>
            <a:prstGeom prst="roundRect">
              <a:avLst>
                <a:gd name="adj" fmla="val 4736"/>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12" name="AutoShape 12"/>
            <p:cNvSpPr/>
            <p:nvPr/>
          </p:nvSpPr>
          <p:spPr>
            <a:xfrm>
              <a:off x="8366268" y="2190267"/>
              <a:ext cx="584200" cy="584200"/>
            </a:xfrm>
            <a:prstGeom prst="roundRect">
              <a:avLst>
                <a:gd name="adj" fmla="val 17391"/>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05968" y="2329967"/>
            <a:ext cx="304800" cy="304800"/>
          </a:xfrm>
          <a:prstGeom prst="rect">
            <a:avLst/>
          </a:prstGeom>
        </p:spPr>
      </p:pic>
      <p:sp>
        <p:nvSpPr>
          <p:cNvPr id="14" name="AutoShape 14"/>
          <p:cNvSpPr>
            <a:spLocks noGrp="1"/>
          </p:cNvSpPr>
          <p:nvPr>
            <p:ph type="body" sz="quarter" idx="137"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ctr">
              <a:lnSpc>
                <a:spcPct val="125000"/>
              </a:lnSpc>
              <a:defRPr sz="3200" b="1" i="0" u="none" strike="noStrike">
                <a:solidFill>
                  <a:srgbClr val="1F2329">
                    <a:alpha val="100000"/>
                  </a:srgbClr>
                </a:solidFill>
                <a:latin typeface="Noto Sans SC"/>
              </a:defRPr>
            </a:lvl1pPr>
          </a:lstStyle>
          <a:p>
            <a:pPr indent="0" algn="ctr">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15" name="AutoShape 15"/>
          <p:cNvSpPr>
            <a:spLocks noGrp="1"/>
          </p:cNvSpPr>
          <p:nvPr>
            <p:ph type="body" sz="quarter" idx="138" hasCustomPrompt="1"/>
          </p:nvPr>
        </p:nvSpPr>
        <p:spPr>
          <a:xfrm>
            <a:off x="1160405" y="3566583"/>
            <a:ext cx="2667000" cy="1828800"/>
          </a:xfrm>
          <a:prstGeom prst="rect">
            <a:avLst/>
          </a:prstGeom>
          <a:noFill/>
          <a:ln w="12700">
            <a:noFill/>
            <a:prstDash val="solid"/>
          </a:ln>
          <a:effectLst/>
        </p:spPr>
        <p:txBody>
          <a:bodyPr wrap="square" lIns="0" tIns="0" rIns="0" bIns="0" anchor="ctr">
            <a:noAutofit/>
          </a:bodyPr>
          <a:lstStyle>
            <a:lvl1pPr algn="l">
              <a:lnSpc>
                <a:spcPct val="166666"/>
              </a:lnSpc>
              <a:defRPr sz="1200" b="0" i="0" u="none" strike="noStrike">
                <a:solidFill>
                  <a:srgbClr val="64666B">
                    <a:alpha val="100000"/>
                  </a:srgbClr>
                </a:solidFill>
                <a:latin typeface="Noto Sans SC"/>
              </a:defRPr>
            </a:lvl1pPr>
          </a:lstStyle>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p:txBody>
      </p:sp>
      <p:sp>
        <p:nvSpPr>
          <p:cNvPr id="16" name="AutoShape 16"/>
          <p:cNvSpPr>
            <a:spLocks noGrp="1"/>
          </p:cNvSpPr>
          <p:nvPr>
            <p:ph type="body" sz="quarter" idx="139" hasCustomPrompt="1"/>
          </p:nvPr>
        </p:nvSpPr>
        <p:spPr>
          <a:xfrm>
            <a:off x="1160405" y="3134526"/>
            <a:ext cx="2667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17" name="AutoShape 17"/>
          <p:cNvSpPr>
            <a:spLocks noGrp="1"/>
          </p:cNvSpPr>
          <p:nvPr>
            <p:ph type="body" sz="quarter" idx="140" hasCustomPrompt="1"/>
          </p:nvPr>
        </p:nvSpPr>
        <p:spPr>
          <a:xfrm>
            <a:off x="4762500" y="3566583"/>
            <a:ext cx="2667000" cy="1828800"/>
          </a:xfrm>
          <a:prstGeom prst="rect">
            <a:avLst/>
          </a:prstGeom>
          <a:noFill/>
          <a:ln w="12700">
            <a:noFill/>
            <a:prstDash val="solid"/>
          </a:ln>
          <a:effectLst/>
        </p:spPr>
        <p:txBody>
          <a:bodyPr wrap="square" lIns="0" tIns="0" rIns="0" bIns="0" anchor="ctr">
            <a:noAutofit/>
          </a:bodyPr>
          <a:lstStyle>
            <a:lvl1pPr algn="l">
              <a:lnSpc>
                <a:spcPct val="166666"/>
              </a:lnSpc>
              <a:defRPr sz="1200" b="0" i="0" u="none" strike="noStrike">
                <a:solidFill>
                  <a:srgbClr val="64666B">
                    <a:alpha val="100000"/>
                  </a:srgbClr>
                </a:solidFill>
                <a:latin typeface="Noto Sans SC"/>
              </a:defRPr>
            </a:lvl1pPr>
          </a:lstStyle>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p:txBody>
      </p:sp>
      <p:sp>
        <p:nvSpPr>
          <p:cNvPr id="18" name="AutoShape 18"/>
          <p:cNvSpPr>
            <a:spLocks noGrp="1"/>
          </p:cNvSpPr>
          <p:nvPr>
            <p:ph type="body" sz="quarter" idx="141" hasCustomPrompt="1"/>
          </p:nvPr>
        </p:nvSpPr>
        <p:spPr>
          <a:xfrm>
            <a:off x="4762500" y="3134526"/>
            <a:ext cx="2667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19" name="AutoShape 19"/>
          <p:cNvSpPr>
            <a:spLocks noGrp="1"/>
          </p:cNvSpPr>
          <p:nvPr>
            <p:ph type="body" sz="quarter" idx="142" hasCustomPrompt="1"/>
          </p:nvPr>
        </p:nvSpPr>
        <p:spPr>
          <a:xfrm>
            <a:off x="8364595" y="3566583"/>
            <a:ext cx="2667000" cy="1828800"/>
          </a:xfrm>
          <a:prstGeom prst="rect">
            <a:avLst/>
          </a:prstGeom>
          <a:noFill/>
          <a:ln w="12700">
            <a:noFill/>
            <a:prstDash val="solid"/>
          </a:ln>
          <a:effectLst/>
        </p:spPr>
        <p:txBody>
          <a:bodyPr wrap="square" lIns="0" tIns="0" rIns="0" bIns="0" anchor="ctr">
            <a:noAutofit/>
          </a:bodyPr>
          <a:lstStyle>
            <a:lvl1pPr algn="l">
              <a:lnSpc>
                <a:spcPct val="166666"/>
              </a:lnSpc>
              <a:defRPr sz="1200" b="0" i="0" u="none" strike="noStrike">
                <a:solidFill>
                  <a:srgbClr val="64666B">
                    <a:alpha val="100000"/>
                  </a:srgbClr>
                </a:solidFill>
                <a:latin typeface="Noto Sans SC"/>
              </a:defRPr>
            </a:lvl1pPr>
          </a:lstStyle>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a:p>
            <a:pPr marL="152400" indent="-152400" algn="l">
              <a:lnSpc>
                <a:spcPct val="166666"/>
              </a:lnSpc>
              <a:buClr>
                <a:srgbClr val="64666B"/>
              </a:buClr>
              <a:buChar char="•"/>
            </a:pPr>
            <a:r>
              <a:rPr lang="en-US" sz="1200" b="0" i="0" u="none" strike="noStrike">
                <a:solidFill>
                  <a:srgbClr val="64666B"/>
                </a:solidFill>
                <a:latin typeface="Noto Sans SC"/>
                <a:ea typeface="Noto Sans SC"/>
                <a:cs typeface="Noto Sans SC"/>
                <a:sym typeface="Noto Sans SC"/>
              </a:rPr>
              <a:t>输入相关的描述信息以解释你的标题</a:t>
            </a:r>
          </a:p>
        </p:txBody>
      </p:sp>
      <p:sp>
        <p:nvSpPr>
          <p:cNvPr id="20" name="AutoShape 20"/>
          <p:cNvSpPr>
            <a:spLocks noGrp="1"/>
          </p:cNvSpPr>
          <p:nvPr>
            <p:ph type="body" sz="quarter" idx="143" hasCustomPrompt="1"/>
          </p:nvPr>
        </p:nvSpPr>
        <p:spPr>
          <a:xfrm>
            <a:off x="8364595" y="3134526"/>
            <a:ext cx="2667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Layout 20">
    <p:bg>
      <p:bgPr>
        <a:solidFill>
          <a:srgbClr val="F4F5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89668" y="1867866"/>
            <a:ext cx="3217827" cy="1778483"/>
          </a:xfrm>
          <a:prstGeom prst="roundRect">
            <a:avLst>
              <a:gd name="adj" fmla="val 8569"/>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3" name="AutoShape 3"/>
          <p:cNvSpPr/>
          <p:nvPr/>
        </p:nvSpPr>
        <p:spPr>
          <a:xfrm>
            <a:off x="4487087" y="1867866"/>
            <a:ext cx="3217827" cy="1778483"/>
          </a:xfrm>
          <a:prstGeom prst="roundRect">
            <a:avLst>
              <a:gd name="adj" fmla="val 8569"/>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4" name="AutoShape 4"/>
          <p:cNvSpPr/>
          <p:nvPr/>
        </p:nvSpPr>
        <p:spPr>
          <a:xfrm>
            <a:off x="8085173" y="1867866"/>
            <a:ext cx="3217827" cy="1778483"/>
          </a:xfrm>
          <a:prstGeom prst="roundRect">
            <a:avLst>
              <a:gd name="adj" fmla="val 8569"/>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5" name="AutoShape 5"/>
          <p:cNvSpPr/>
          <p:nvPr/>
        </p:nvSpPr>
        <p:spPr>
          <a:xfrm>
            <a:off x="889668" y="4015615"/>
            <a:ext cx="3217827" cy="1778483"/>
          </a:xfrm>
          <a:prstGeom prst="roundRect">
            <a:avLst>
              <a:gd name="adj" fmla="val 8569"/>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6" name="AutoShape 6"/>
          <p:cNvSpPr/>
          <p:nvPr/>
        </p:nvSpPr>
        <p:spPr>
          <a:xfrm>
            <a:off x="4487087" y="4015615"/>
            <a:ext cx="3217827" cy="1778483"/>
          </a:xfrm>
          <a:prstGeom prst="roundRect">
            <a:avLst>
              <a:gd name="adj" fmla="val 8569"/>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7" name="AutoShape 7"/>
          <p:cNvSpPr/>
          <p:nvPr/>
        </p:nvSpPr>
        <p:spPr>
          <a:xfrm>
            <a:off x="8085173" y="4015615"/>
            <a:ext cx="3217827" cy="1778483"/>
          </a:xfrm>
          <a:prstGeom prst="roundRect">
            <a:avLst>
              <a:gd name="adj" fmla="val 8569"/>
            </a:avLst>
          </a:prstGeom>
          <a:solidFill>
            <a:srgbClr val="FFFFFF">
              <a:alpha val="84000"/>
            </a:srgbClr>
          </a:solidFill>
          <a:ln w="12700">
            <a:solidFill>
              <a:srgbClr val="FFFFFF">
                <a:alpha val="100000"/>
              </a:srgbClr>
            </a:solidFill>
            <a:prstDash val="solid"/>
          </a:ln>
          <a:effectLst>
            <a:outerShdw blurRad="508000" dist="190500" dir="5400000" algn="tl" rotWithShape="0">
              <a:srgbClr val="93969C">
                <a:alpha val="20000"/>
              </a:srgbClr>
            </a:outerShdw>
          </a:effectLst>
        </p:spPr>
        <p:txBody>
          <a:bodyPr lIns="127000" tIns="127000" rIns="127000" bIns="127000" rtlCol="0" anchor="ctr"/>
          <a:lstStyle/>
          <a:p>
            <a:pPr algn="ctr">
              <a:defRPr/>
            </a:pPr>
            <a:endParaRPr/>
          </a:p>
        </p:txBody>
      </p:sp>
      <p:sp>
        <p:nvSpPr>
          <p:cNvPr id="8" name="AutoShape 8"/>
          <p:cNvSpPr>
            <a:spLocks noGrp="1"/>
          </p:cNvSpPr>
          <p:nvPr>
            <p:ph type="body" sz="quarter" idx="144"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ctr">
              <a:lnSpc>
                <a:spcPct val="125000"/>
              </a:lnSpc>
              <a:defRPr sz="3200" b="1" i="0" u="none" strike="noStrike">
                <a:solidFill>
                  <a:srgbClr val="1F2329">
                    <a:alpha val="100000"/>
                  </a:srgbClr>
                </a:solidFill>
                <a:latin typeface="Noto Sans SC"/>
              </a:defRPr>
            </a:lvl1pPr>
          </a:lstStyle>
          <a:p>
            <a:pPr indent="0" algn="ctr">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9" name="AutoShape 9"/>
          <p:cNvSpPr>
            <a:spLocks noGrp="1"/>
          </p:cNvSpPr>
          <p:nvPr>
            <p:ph type="body" sz="quarter" idx="145" hasCustomPrompt="1"/>
          </p:nvPr>
        </p:nvSpPr>
        <p:spPr>
          <a:xfrm>
            <a:off x="1165416" y="2630236"/>
            <a:ext cx="2666332"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0" name="AutoShape 10"/>
          <p:cNvSpPr>
            <a:spLocks noGrp="1"/>
          </p:cNvSpPr>
          <p:nvPr>
            <p:ph type="body" sz="quarter" idx="146" hasCustomPrompt="1"/>
          </p:nvPr>
        </p:nvSpPr>
        <p:spPr>
          <a:xfrm>
            <a:off x="1165416" y="2198179"/>
            <a:ext cx="2666332"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11" name="AutoShape 11"/>
          <p:cNvSpPr>
            <a:spLocks noGrp="1"/>
          </p:cNvSpPr>
          <p:nvPr>
            <p:ph type="body" sz="quarter" idx="147" hasCustomPrompt="1"/>
          </p:nvPr>
        </p:nvSpPr>
        <p:spPr>
          <a:xfrm>
            <a:off x="4762834" y="2630236"/>
            <a:ext cx="2666332"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2" name="AutoShape 12"/>
          <p:cNvSpPr>
            <a:spLocks noGrp="1"/>
          </p:cNvSpPr>
          <p:nvPr>
            <p:ph type="body" sz="quarter" idx="148" hasCustomPrompt="1"/>
          </p:nvPr>
        </p:nvSpPr>
        <p:spPr>
          <a:xfrm>
            <a:off x="4762834" y="2198179"/>
            <a:ext cx="2666332"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13" name="AutoShape 13"/>
          <p:cNvSpPr>
            <a:spLocks noGrp="1"/>
          </p:cNvSpPr>
          <p:nvPr>
            <p:ph type="body" sz="quarter" idx="149" hasCustomPrompt="1"/>
          </p:nvPr>
        </p:nvSpPr>
        <p:spPr>
          <a:xfrm>
            <a:off x="8366936" y="2630236"/>
            <a:ext cx="2666332"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4" name="AutoShape 14"/>
          <p:cNvSpPr>
            <a:spLocks noGrp="1"/>
          </p:cNvSpPr>
          <p:nvPr>
            <p:ph type="body" sz="quarter" idx="150" hasCustomPrompt="1"/>
          </p:nvPr>
        </p:nvSpPr>
        <p:spPr>
          <a:xfrm>
            <a:off x="8366936" y="2198179"/>
            <a:ext cx="2666332"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
        <p:nvSpPr>
          <p:cNvPr id="15" name="AutoShape 15"/>
          <p:cNvSpPr>
            <a:spLocks noGrp="1"/>
          </p:cNvSpPr>
          <p:nvPr>
            <p:ph type="body" sz="quarter" idx="151" hasCustomPrompt="1"/>
          </p:nvPr>
        </p:nvSpPr>
        <p:spPr>
          <a:xfrm>
            <a:off x="1165416" y="4777985"/>
            <a:ext cx="2666332"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6" name="AutoShape 16"/>
          <p:cNvSpPr>
            <a:spLocks noGrp="1"/>
          </p:cNvSpPr>
          <p:nvPr>
            <p:ph type="body" sz="quarter" idx="152" hasCustomPrompt="1"/>
          </p:nvPr>
        </p:nvSpPr>
        <p:spPr>
          <a:xfrm>
            <a:off x="1165416" y="4345928"/>
            <a:ext cx="2666332"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主题标题四</a:t>
            </a:r>
          </a:p>
        </p:txBody>
      </p:sp>
      <p:sp>
        <p:nvSpPr>
          <p:cNvPr id="17" name="AutoShape 17"/>
          <p:cNvSpPr>
            <a:spLocks noGrp="1"/>
          </p:cNvSpPr>
          <p:nvPr>
            <p:ph type="body" sz="quarter" idx="153" hasCustomPrompt="1"/>
          </p:nvPr>
        </p:nvSpPr>
        <p:spPr>
          <a:xfrm>
            <a:off x="4762834" y="4777985"/>
            <a:ext cx="2666332"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8" name="AutoShape 18"/>
          <p:cNvSpPr>
            <a:spLocks noGrp="1"/>
          </p:cNvSpPr>
          <p:nvPr>
            <p:ph type="body" sz="quarter" idx="154" hasCustomPrompt="1"/>
          </p:nvPr>
        </p:nvSpPr>
        <p:spPr>
          <a:xfrm>
            <a:off x="4762834" y="4345928"/>
            <a:ext cx="2666332"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主题标题五</a:t>
            </a:r>
          </a:p>
        </p:txBody>
      </p:sp>
      <p:sp>
        <p:nvSpPr>
          <p:cNvPr id="19" name="AutoShape 19"/>
          <p:cNvSpPr>
            <a:spLocks noGrp="1"/>
          </p:cNvSpPr>
          <p:nvPr>
            <p:ph type="body" sz="quarter" idx="155" hasCustomPrompt="1"/>
          </p:nvPr>
        </p:nvSpPr>
        <p:spPr>
          <a:xfrm>
            <a:off x="8366936" y="4777985"/>
            <a:ext cx="2666332"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20" name="AutoShape 20"/>
          <p:cNvSpPr>
            <a:spLocks noGrp="1"/>
          </p:cNvSpPr>
          <p:nvPr>
            <p:ph type="body" sz="quarter" idx="156" hasCustomPrompt="1"/>
          </p:nvPr>
        </p:nvSpPr>
        <p:spPr>
          <a:xfrm>
            <a:off x="8366936" y="4345928"/>
            <a:ext cx="2666332"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主题标题六</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Layout 21">
    <p:spTree>
      <p:nvGrpSpPr>
        <p:cNvPr id="1" name=""/>
        <p:cNvGrpSpPr/>
        <p:nvPr/>
      </p:nvGrpSpPr>
      <p:grpSpPr>
        <a:xfrm>
          <a:off x="0" y="0"/>
          <a:ext cx="0" cy="0"/>
          <a:chOff x="0" y="0"/>
          <a:chExt cx="0" cy="0"/>
        </a:xfrm>
      </p:grpSpPr>
      <p:sp>
        <p:nvSpPr>
          <p:cNvPr id="2" name="AutoShape 2"/>
          <p:cNvSpPr>
            <a:spLocks noGrp="1"/>
          </p:cNvSpPr>
          <p:nvPr>
            <p:ph type="pic" sz="quarter" idx="157"/>
          </p:nvPr>
        </p:nvSpPr>
        <p:spPr>
          <a:xfrm>
            <a:off x="-5655" y="0"/>
            <a:ext cx="12203311" cy="5014449"/>
          </a:xfrm>
          <a:prstGeom prst="rect">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3" name="AutoShape 3"/>
          <p:cNvSpPr>
            <a:spLocks noGrp="1"/>
          </p:cNvSpPr>
          <p:nvPr>
            <p:ph type="body" sz="quarter" idx="158" hasCustomPrompt="1"/>
          </p:nvPr>
        </p:nvSpPr>
        <p:spPr>
          <a:xfrm>
            <a:off x="889000" y="5410148"/>
            <a:ext cx="10414000" cy="609600"/>
          </a:xfrm>
          <a:prstGeom prst="rect">
            <a:avLst/>
          </a:prstGeom>
          <a:noFill/>
          <a:ln w="12700">
            <a:noFill/>
            <a:prstDash val="solid"/>
          </a:ln>
          <a:effectLst/>
        </p:spPr>
        <p:txBody>
          <a:bodyPr wrap="square" lIns="0" tIns="0" rIns="0" bIns="0" anchor="ctr">
            <a:noAutofit/>
          </a:bodyPr>
          <a:lstStyle>
            <a:lvl1pPr algn="ctr">
              <a:lnSpc>
                <a:spcPct val="125000"/>
              </a:lnSpc>
              <a:defRPr sz="3200" b="1" i="0" u="none" strike="noStrike">
                <a:solidFill>
                  <a:srgbClr val="1F2329">
                    <a:alpha val="100000"/>
                  </a:srgbClr>
                </a:solidFill>
                <a:latin typeface="Noto Sans SC"/>
              </a:defRPr>
            </a:lvl1pPr>
          </a:lstStyle>
          <a:p>
            <a:pPr indent="0" algn="ctr">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4" name="AutoShape 4"/>
          <p:cNvSpPr>
            <a:spLocks noGrp="1"/>
          </p:cNvSpPr>
          <p:nvPr>
            <p:ph type="body" sz="quarter" idx="159" hasCustomPrompt="1"/>
          </p:nvPr>
        </p:nvSpPr>
        <p:spPr>
          <a:xfrm>
            <a:off x="889000" y="6053478"/>
            <a:ext cx="10414000" cy="381000"/>
          </a:xfrm>
          <a:prstGeom prst="rect">
            <a:avLst/>
          </a:prstGeom>
          <a:noFill/>
          <a:ln w="12700">
            <a:noFill/>
            <a:prstDash val="solid"/>
          </a:ln>
          <a:effectLst/>
        </p:spPr>
        <p:txBody>
          <a:bodyPr wrap="square" lIns="0" tIns="0" rIns="0" bIns="0" anchor="ctr">
            <a:noAutofit/>
          </a:bodyPr>
          <a:lstStyle>
            <a:lvl1pPr algn="ctr">
              <a:lnSpc>
                <a:spcPct val="125000"/>
              </a:lnSpc>
              <a:defRPr sz="2000" b="1" i="0" u="none" strike="noStrike">
                <a:solidFill>
                  <a:srgbClr val="1F2329">
                    <a:alpha val="100000"/>
                  </a:srgbClr>
                </a:solidFill>
                <a:latin typeface="Noto Sans SC"/>
              </a:defRPr>
            </a:lvl1pPr>
          </a:lstStyle>
          <a:p>
            <a:pPr indent="0" algn="ctr">
              <a:lnSpc>
                <a:spcPct val="125000"/>
              </a:lnSpc>
            </a:pPr>
            <a:r>
              <a:rPr lang="en-US" sz="2000" b="1" i="0" u="none" strike="noStrike">
                <a:solidFill>
                  <a:srgbClr val="1F2329"/>
                </a:solidFill>
                <a:latin typeface="Noto Sans SC"/>
                <a:ea typeface="Noto Sans SC"/>
                <a:cs typeface="Noto Sans SC"/>
                <a:sym typeface="Noto Sans SC"/>
              </a:rPr>
              <a:t>副标题</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Layout 22">
    <p:spTree>
      <p:nvGrpSpPr>
        <p:cNvPr id="1" name=""/>
        <p:cNvGrpSpPr/>
        <p:nvPr/>
      </p:nvGrpSpPr>
      <p:grpSpPr>
        <a:xfrm>
          <a:off x="0" y="0"/>
          <a:ext cx="0" cy="0"/>
          <a:chOff x="0" y="0"/>
          <a:chExt cx="0" cy="0"/>
        </a:xfrm>
      </p:grpSpPr>
      <p:sp>
        <p:nvSpPr>
          <p:cNvPr id="2" name="AutoShape 2"/>
          <p:cNvSpPr>
            <a:spLocks noGrp="1"/>
          </p:cNvSpPr>
          <p:nvPr>
            <p:ph type="pic" sz="quarter" idx="160"/>
          </p:nvPr>
        </p:nvSpPr>
        <p:spPr>
          <a:xfrm>
            <a:off x="889000" y="2058767"/>
            <a:ext cx="10411927" cy="3910233"/>
          </a:xfrm>
          <a:prstGeom prst="roundRect">
            <a:avLst>
              <a:gd name="adj" fmla="val 3897"/>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3" name="AutoShape 3"/>
          <p:cNvSpPr>
            <a:spLocks noGrp="1"/>
          </p:cNvSpPr>
          <p:nvPr>
            <p:ph type="body" sz="quarter" idx="161" hasCustomPrompt="1"/>
          </p:nvPr>
        </p:nvSpPr>
        <p:spPr>
          <a:xfrm>
            <a:off x="889000" y="984250"/>
            <a:ext cx="2540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4" name="AutoShape 4"/>
          <p:cNvSpPr>
            <a:spLocks noGrp="1"/>
          </p:cNvSpPr>
          <p:nvPr>
            <p:ph type="body" sz="quarter" idx="162" hasCustomPrompt="1"/>
          </p:nvPr>
        </p:nvSpPr>
        <p:spPr>
          <a:xfrm>
            <a:off x="3604727" y="889000"/>
            <a:ext cx="7696200" cy="800100"/>
          </a:xfrm>
          <a:prstGeom prst="rect">
            <a:avLst/>
          </a:prstGeom>
          <a:noFill/>
          <a:ln w="12700">
            <a:noFill/>
            <a:prstDash val="solid"/>
          </a:ln>
          <a:effectLst/>
        </p:spPr>
        <p:txBody>
          <a:bodyPr wrap="square" lIns="0" tIns="0" rIns="0" bIns="0" anchor="ctr">
            <a:noAutofit/>
          </a:bodyPr>
          <a:lstStyle>
            <a:lvl1pPr algn="l">
              <a:lnSpc>
                <a:spcPct val="125000"/>
              </a:lnSpc>
              <a:defRPr sz="1400" b="1" i="0" u="none" strike="noStrike">
                <a:solidFill>
                  <a:srgbClr val="1F2329">
                    <a:alpha val="100000"/>
                  </a:srgbClr>
                </a:solidFill>
                <a:latin typeface="Noto Sans SC"/>
              </a:defRPr>
            </a:lvl1pPr>
          </a:lstStyle>
          <a:p>
            <a:pPr indent="0" algn="l">
              <a:lnSpc>
                <a:spcPct val="125000"/>
              </a:lnSpc>
            </a:pPr>
            <a:r>
              <a:rPr lang="en-US" sz="1400" b="1" i="0" u="none" strike="noStrike">
                <a:solidFill>
                  <a:srgbClr val="1F2329"/>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Layout 23">
    <p:spTree>
      <p:nvGrpSpPr>
        <p:cNvPr id="1" name=""/>
        <p:cNvGrpSpPr/>
        <p:nvPr/>
      </p:nvGrpSpPr>
      <p:grpSpPr>
        <a:xfrm>
          <a:off x="0" y="0"/>
          <a:ext cx="0" cy="0"/>
          <a:chOff x="0" y="0"/>
          <a:chExt cx="0" cy="0"/>
        </a:xfrm>
      </p:grpSpPr>
      <p:sp>
        <p:nvSpPr>
          <p:cNvPr id="2" name="AutoShape 2"/>
          <p:cNvSpPr>
            <a:spLocks noGrp="1"/>
          </p:cNvSpPr>
          <p:nvPr>
            <p:ph type="pic" sz="quarter" idx="163"/>
          </p:nvPr>
        </p:nvSpPr>
        <p:spPr>
          <a:xfrm>
            <a:off x="6769100" y="0"/>
            <a:ext cx="5422900" cy="6858000"/>
          </a:xfrm>
          <a:prstGeom prst="rect">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3" name="AutoShape 3"/>
          <p:cNvSpPr>
            <a:spLocks noGrp="1"/>
          </p:cNvSpPr>
          <p:nvPr>
            <p:ph type="body" sz="quarter" idx="164" hasCustomPrompt="1"/>
          </p:nvPr>
        </p:nvSpPr>
        <p:spPr>
          <a:xfrm>
            <a:off x="890337" y="889000"/>
            <a:ext cx="4953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4" name="AutoShape 4"/>
          <p:cNvSpPr>
            <a:spLocks noGrp="1"/>
          </p:cNvSpPr>
          <p:nvPr>
            <p:ph type="body" sz="quarter" idx="165" hasCustomPrompt="1"/>
          </p:nvPr>
        </p:nvSpPr>
        <p:spPr>
          <a:xfrm>
            <a:off x="890337" y="1549400"/>
            <a:ext cx="4953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副标题</a:t>
            </a:r>
          </a:p>
        </p:txBody>
      </p:sp>
      <p:sp>
        <p:nvSpPr>
          <p:cNvPr id="5" name="AutoShape 5"/>
          <p:cNvSpPr>
            <a:spLocks noGrp="1"/>
          </p:cNvSpPr>
          <p:nvPr>
            <p:ph type="body" sz="quarter" idx="166" hasCustomPrompt="1"/>
          </p:nvPr>
        </p:nvSpPr>
        <p:spPr>
          <a:xfrm>
            <a:off x="890337" y="3131347"/>
            <a:ext cx="4953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6" name="AutoShape 6"/>
          <p:cNvSpPr>
            <a:spLocks noGrp="1"/>
          </p:cNvSpPr>
          <p:nvPr>
            <p:ph type="body" sz="quarter" idx="167" hasCustomPrompt="1"/>
          </p:nvPr>
        </p:nvSpPr>
        <p:spPr>
          <a:xfrm>
            <a:off x="890337" y="4302523"/>
            <a:ext cx="4953000" cy="457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7" name="AutoShape 7"/>
          <p:cNvSpPr>
            <a:spLocks noGrp="1"/>
          </p:cNvSpPr>
          <p:nvPr>
            <p:ph type="body" sz="quarter" idx="168" hasCustomPrompt="1"/>
          </p:nvPr>
        </p:nvSpPr>
        <p:spPr>
          <a:xfrm>
            <a:off x="890337" y="5016500"/>
            <a:ext cx="4953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Layout 24">
    <p:spTree>
      <p:nvGrpSpPr>
        <p:cNvPr id="1" name=""/>
        <p:cNvGrpSpPr/>
        <p:nvPr/>
      </p:nvGrpSpPr>
      <p:grpSpPr>
        <a:xfrm>
          <a:off x="0" y="0"/>
          <a:ext cx="0" cy="0"/>
          <a:chOff x="0" y="0"/>
          <a:chExt cx="0" cy="0"/>
        </a:xfrm>
      </p:grpSpPr>
      <p:sp>
        <p:nvSpPr>
          <p:cNvPr id="2" name="AutoShape 2"/>
          <p:cNvSpPr>
            <a:spLocks noGrp="1"/>
          </p:cNvSpPr>
          <p:nvPr>
            <p:ph type="pic" sz="quarter" idx="169"/>
          </p:nvPr>
        </p:nvSpPr>
        <p:spPr>
          <a:xfrm>
            <a:off x="6731000" y="889000"/>
            <a:ext cx="4572000" cy="5080000"/>
          </a:xfrm>
          <a:prstGeom prst="roundRect">
            <a:avLst>
              <a:gd name="adj" fmla="val 3333"/>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3" name="AutoShape 3"/>
          <p:cNvSpPr>
            <a:spLocks noGrp="1"/>
          </p:cNvSpPr>
          <p:nvPr>
            <p:ph type="body" sz="quarter" idx="170" hasCustomPrompt="1"/>
          </p:nvPr>
        </p:nvSpPr>
        <p:spPr>
          <a:xfrm>
            <a:off x="889000" y="3241136"/>
            <a:ext cx="4953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4" name="AutoShape 4"/>
          <p:cNvSpPr>
            <a:spLocks noGrp="1"/>
          </p:cNvSpPr>
          <p:nvPr>
            <p:ph type="body" sz="quarter" idx="171" hasCustomPrompt="1"/>
          </p:nvPr>
        </p:nvSpPr>
        <p:spPr>
          <a:xfrm>
            <a:off x="889000" y="2702464"/>
            <a:ext cx="4953000"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Layout 25">
    <p:spTree>
      <p:nvGrpSpPr>
        <p:cNvPr id="1" name=""/>
        <p:cNvGrpSpPr/>
        <p:nvPr/>
      </p:nvGrpSpPr>
      <p:grpSpPr>
        <a:xfrm>
          <a:off x="0" y="0"/>
          <a:ext cx="0" cy="0"/>
          <a:chOff x="0" y="0"/>
          <a:chExt cx="0" cy="0"/>
        </a:xfrm>
      </p:grpSpPr>
      <p:grpSp>
        <p:nvGrpSpPr>
          <p:cNvPr id="2" name="Group 2"/>
          <p:cNvGrpSpPr/>
          <p:nvPr/>
        </p:nvGrpSpPr>
        <p:grpSpPr>
          <a:xfrm>
            <a:off x="6332595" y="1845562"/>
            <a:ext cx="584200" cy="584200"/>
            <a:chOff x="6332595" y="1845562"/>
            <a:chExt cx="584200" cy="584200"/>
          </a:xfrm>
        </p:grpSpPr>
        <p:sp>
          <p:nvSpPr>
            <p:cNvPr id="3" name="AutoShape 3"/>
            <p:cNvSpPr/>
            <p:nvPr/>
          </p:nvSpPr>
          <p:spPr>
            <a:xfrm>
              <a:off x="6332595" y="1845562"/>
              <a:ext cx="584200" cy="584200"/>
            </a:xfrm>
            <a:prstGeom prst="roundRect">
              <a:avLst>
                <a:gd name="adj" fmla="val 50000"/>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2295" y="1985262"/>
            <a:ext cx="304800" cy="304800"/>
          </a:xfrm>
          <a:prstGeom prst="rect">
            <a:avLst/>
          </a:prstGeom>
        </p:spPr>
      </p:pic>
      <p:grpSp>
        <p:nvGrpSpPr>
          <p:cNvPr id="5" name="Group 5"/>
          <p:cNvGrpSpPr/>
          <p:nvPr/>
        </p:nvGrpSpPr>
        <p:grpSpPr>
          <a:xfrm>
            <a:off x="6332595" y="3373752"/>
            <a:ext cx="584200" cy="584200"/>
            <a:chOff x="6332595" y="3373752"/>
            <a:chExt cx="584200" cy="584200"/>
          </a:xfrm>
        </p:grpSpPr>
        <p:sp>
          <p:nvSpPr>
            <p:cNvPr id="6" name="AutoShape 6"/>
            <p:cNvSpPr/>
            <p:nvPr/>
          </p:nvSpPr>
          <p:spPr>
            <a:xfrm>
              <a:off x="6332595" y="3373752"/>
              <a:ext cx="584200" cy="584200"/>
            </a:xfrm>
            <a:prstGeom prst="roundRect">
              <a:avLst>
                <a:gd name="adj" fmla="val 50000"/>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2295" y="3513452"/>
            <a:ext cx="304800" cy="304800"/>
          </a:xfrm>
          <a:prstGeom prst="rect">
            <a:avLst/>
          </a:prstGeom>
        </p:spPr>
      </p:pic>
      <p:grpSp>
        <p:nvGrpSpPr>
          <p:cNvPr id="8" name="Group 8"/>
          <p:cNvGrpSpPr/>
          <p:nvPr/>
        </p:nvGrpSpPr>
        <p:grpSpPr>
          <a:xfrm>
            <a:off x="6332595" y="4901943"/>
            <a:ext cx="584200" cy="584200"/>
            <a:chOff x="6332595" y="4901943"/>
            <a:chExt cx="584200" cy="584200"/>
          </a:xfrm>
        </p:grpSpPr>
        <p:sp>
          <p:nvSpPr>
            <p:cNvPr id="9" name="AutoShape 9"/>
            <p:cNvSpPr/>
            <p:nvPr/>
          </p:nvSpPr>
          <p:spPr>
            <a:xfrm>
              <a:off x="6332595" y="4901943"/>
              <a:ext cx="584200" cy="584200"/>
            </a:xfrm>
            <a:prstGeom prst="roundRect">
              <a:avLst>
                <a:gd name="adj" fmla="val 50000"/>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2295" y="5041643"/>
            <a:ext cx="304800" cy="304800"/>
          </a:xfrm>
          <a:prstGeom prst="rect">
            <a:avLst/>
          </a:prstGeom>
        </p:spPr>
      </p:pic>
      <p:sp>
        <p:nvSpPr>
          <p:cNvPr id="11" name="AutoShape 11"/>
          <p:cNvSpPr>
            <a:spLocks noGrp="1"/>
          </p:cNvSpPr>
          <p:nvPr>
            <p:ph type="pic" sz="quarter" idx="172"/>
          </p:nvPr>
        </p:nvSpPr>
        <p:spPr>
          <a:xfrm>
            <a:off x="0" y="0"/>
            <a:ext cx="5422900" cy="6858000"/>
          </a:xfrm>
          <a:prstGeom prst="rect">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12" name="AutoShape 12"/>
          <p:cNvSpPr>
            <a:spLocks noGrp="1"/>
          </p:cNvSpPr>
          <p:nvPr>
            <p:ph type="body" sz="quarter" idx="173" hasCustomPrompt="1"/>
          </p:nvPr>
        </p:nvSpPr>
        <p:spPr>
          <a:xfrm>
            <a:off x="6350000" y="889000"/>
            <a:ext cx="4953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13" name="AutoShape 13"/>
          <p:cNvSpPr>
            <a:spLocks noGrp="1"/>
          </p:cNvSpPr>
          <p:nvPr>
            <p:ph type="body" sz="quarter" idx="174" hasCustomPrompt="1"/>
          </p:nvPr>
        </p:nvSpPr>
        <p:spPr>
          <a:xfrm>
            <a:off x="7111332" y="2271205"/>
            <a:ext cx="4191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4" name="AutoShape 14"/>
          <p:cNvSpPr>
            <a:spLocks noGrp="1"/>
          </p:cNvSpPr>
          <p:nvPr>
            <p:ph type="body" sz="quarter" idx="175" hasCustomPrompt="1"/>
          </p:nvPr>
        </p:nvSpPr>
        <p:spPr>
          <a:xfrm>
            <a:off x="7111332" y="1839148"/>
            <a:ext cx="4191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15" name="AutoShape 15"/>
          <p:cNvSpPr>
            <a:spLocks noGrp="1"/>
          </p:cNvSpPr>
          <p:nvPr>
            <p:ph type="body" sz="quarter" idx="176" hasCustomPrompt="1"/>
          </p:nvPr>
        </p:nvSpPr>
        <p:spPr>
          <a:xfrm>
            <a:off x="7111332" y="3802602"/>
            <a:ext cx="4191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6" name="AutoShape 16"/>
          <p:cNvSpPr>
            <a:spLocks noGrp="1"/>
          </p:cNvSpPr>
          <p:nvPr>
            <p:ph type="body" sz="quarter" idx="177" hasCustomPrompt="1"/>
          </p:nvPr>
        </p:nvSpPr>
        <p:spPr>
          <a:xfrm>
            <a:off x="7111332" y="3370545"/>
            <a:ext cx="4191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17" name="AutoShape 17"/>
          <p:cNvSpPr>
            <a:spLocks noGrp="1"/>
          </p:cNvSpPr>
          <p:nvPr>
            <p:ph type="body" sz="quarter" idx="178" hasCustomPrompt="1"/>
          </p:nvPr>
        </p:nvSpPr>
        <p:spPr>
          <a:xfrm>
            <a:off x="7111332" y="5333871"/>
            <a:ext cx="4191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8" name="AutoShape 18"/>
          <p:cNvSpPr>
            <a:spLocks noGrp="1"/>
          </p:cNvSpPr>
          <p:nvPr>
            <p:ph type="body" sz="quarter" idx="179" hasCustomPrompt="1"/>
          </p:nvPr>
        </p:nvSpPr>
        <p:spPr>
          <a:xfrm>
            <a:off x="7111332" y="4901814"/>
            <a:ext cx="4191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Layout 26">
    <p:spTree>
      <p:nvGrpSpPr>
        <p:cNvPr id="1" name=""/>
        <p:cNvGrpSpPr/>
        <p:nvPr/>
      </p:nvGrpSpPr>
      <p:grpSpPr>
        <a:xfrm>
          <a:off x="0" y="0"/>
          <a:ext cx="0" cy="0"/>
          <a:chOff x="0" y="0"/>
          <a:chExt cx="0" cy="0"/>
        </a:xfrm>
      </p:grpSpPr>
      <p:sp>
        <p:nvSpPr>
          <p:cNvPr id="2" name="AutoShape 2"/>
          <p:cNvSpPr>
            <a:spLocks noGrp="1"/>
          </p:cNvSpPr>
          <p:nvPr>
            <p:ph type="pic" sz="quarter" idx="180"/>
          </p:nvPr>
        </p:nvSpPr>
        <p:spPr>
          <a:xfrm>
            <a:off x="6731000" y="889000"/>
            <a:ext cx="4572000" cy="5080000"/>
          </a:xfrm>
          <a:prstGeom prst="roundRect">
            <a:avLst>
              <a:gd name="adj" fmla="val 3333"/>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3" name="AutoShape 3"/>
          <p:cNvSpPr/>
          <p:nvPr/>
        </p:nvSpPr>
        <p:spPr>
          <a:xfrm>
            <a:off x="890337" y="1842168"/>
            <a:ext cx="584200" cy="584200"/>
          </a:xfrm>
          <a:prstGeom prst="roundRect">
            <a:avLst>
              <a:gd name="adj" fmla="val 50000"/>
            </a:avLst>
          </a:prstGeom>
          <a:solidFill>
            <a:srgbClr val="4E6EFD">
              <a:alpha val="100000"/>
            </a:srgbClr>
          </a:solidFill>
          <a:ln w="25400">
            <a:noFill/>
            <a:prstDash val="solid"/>
          </a:ln>
        </p:spPr>
        <p:txBody>
          <a:bodyPr wrap="square" lIns="0" tIns="0" rIns="0" bIns="0" rtlCol="0" anchor="ctr">
            <a:noAutofit/>
          </a:bodyPr>
          <a:lstStyle/>
          <a:p>
            <a:pPr indent="0" algn="ctr">
              <a:lnSpc>
                <a:spcPct val="100000"/>
              </a:lnSpc>
              <a:defRPr/>
            </a:pPr>
            <a:r>
              <a:rPr lang="en-US" sz="3200" b="1" i="0" u="none" strike="noStrike">
                <a:solidFill>
                  <a:srgbClr val="FFFFFF"/>
                </a:solidFill>
                <a:latin typeface="Arial"/>
                <a:ea typeface="Arial"/>
                <a:cs typeface="Arial"/>
                <a:sym typeface="Arial"/>
              </a:rPr>
              <a:t>01</a:t>
            </a:r>
            <a:endParaRPr lang="en-US" sz="1100"/>
          </a:p>
        </p:txBody>
      </p:sp>
      <p:sp>
        <p:nvSpPr>
          <p:cNvPr id="4" name="AutoShape 4"/>
          <p:cNvSpPr/>
          <p:nvPr/>
        </p:nvSpPr>
        <p:spPr>
          <a:xfrm>
            <a:off x="890337" y="2898137"/>
            <a:ext cx="584200" cy="584200"/>
          </a:xfrm>
          <a:prstGeom prst="roundRect">
            <a:avLst>
              <a:gd name="adj" fmla="val 50000"/>
            </a:avLst>
          </a:prstGeom>
          <a:solidFill>
            <a:srgbClr val="4E6EFD">
              <a:alpha val="100000"/>
            </a:srgbClr>
          </a:solidFill>
          <a:ln w="25400">
            <a:noFill/>
            <a:prstDash val="solid"/>
          </a:ln>
        </p:spPr>
        <p:txBody>
          <a:bodyPr wrap="square" lIns="0" tIns="0" rIns="0" bIns="0" rtlCol="0" anchor="ctr">
            <a:noAutofit/>
          </a:bodyPr>
          <a:lstStyle/>
          <a:p>
            <a:pPr indent="0" algn="ctr">
              <a:lnSpc>
                <a:spcPct val="100000"/>
              </a:lnSpc>
              <a:defRPr/>
            </a:pPr>
            <a:r>
              <a:rPr lang="en-US" sz="3200" b="1" i="0" u="none" strike="noStrike">
                <a:solidFill>
                  <a:srgbClr val="FFFFFF"/>
                </a:solidFill>
                <a:latin typeface="Arial"/>
                <a:ea typeface="Arial"/>
                <a:cs typeface="Arial"/>
                <a:sym typeface="Arial"/>
              </a:rPr>
              <a:t>02</a:t>
            </a:r>
            <a:endParaRPr lang="en-US" sz="1100"/>
          </a:p>
        </p:txBody>
      </p:sp>
      <p:sp>
        <p:nvSpPr>
          <p:cNvPr id="5" name="AutoShape 5"/>
          <p:cNvSpPr/>
          <p:nvPr/>
        </p:nvSpPr>
        <p:spPr>
          <a:xfrm>
            <a:off x="890337" y="3954105"/>
            <a:ext cx="584200" cy="584200"/>
          </a:xfrm>
          <a:prstGeom prst="roundRect">
            <a:avLst>
              <a:gd name="adj" fmla="val 50000"/>
            </a:avLst>
          </a:prstGeom>
          <a:solidFill>
            <a:srgbClr val="4E6EFD">
              <a:alpha val="100000"/>
            </a:srgbClr>
          </a:solidFill>
          <a:ln w="25400">
            <a:noFill/>
            <a:prstDash val="solid"/>
          </a:ln>
        </p:spPr>
        <p:txBody>
          <a:bodyPr wrap="square" lIns="0" tIns="0" rIns="0" bIns="0" rtlCol="0" anchor="ctr">
            <a:noAutofit/>
          </a:bodyPr>
          <a:lstStyle/>
          <a:p>
            <a:pPr indent="0" algn="ctr">
              <a:lnSpc>
                <a:spcPct val="100000"/>
              </a:lnSpc>
              <a:defRPr/>
            </a:pPr>
            <a:r>
              <a:rPr lang="en-US" sz="3200" b="1" i="0" u="none" strike="noStrike">
                <a:solidFill>
                  <a:srgbClr val="FFFFFF"/>
                </a:solidFill>
                <a:latin typeface="Arial"/>
                <a:ea typeface="Arial"/>
                <a:cs typeface="Arial"/>
                <a:sym typeface="Arial"/>
              </a:rPr>
              <a:t>03</a:t>
            </a:r>
            <a:endParaRPr lang="en-US" sz="1100"/>
          </a:p>
        </p:txBody>
      </p:sp>
      <p:sp>
        <p:nvSpPr>
          <p:cNvPr id="6" name="AutoShape 6"/>
          <p:cNvSpPr/>
          <p:nvPr/>
        </p:nvSpPr>
        <p:spPr>
          <a:xfrm>
            <a:off x="890337" y="5010073"/>
            <a:ext cx="584200" cy="584200"/>
          </a:xfrm>
          <a:prstGeom prst="roundRect">
            <a:avLst>
              <a:gd name="adj" fmla="val 50000"/>
            </a:avLst>
          </a:prstGeom>
          <a:solidFill>
            <a:srgbClr val="4E6EFD">
              <a:alpha val="100000"/>
            </a:srgbClr>
          </a:solidFill>
          <a:ln w="25400">
            <a:noFill/>
            <a:prstDash val="solid"/>
          </a:ln>
        </p:spPr>
        <p:txBody>
          <a:bodyPr wrap="square" lIns="0" tIns="0" rIns="0" bIns="0" rtlCol="0" anchor="ctr">
            <a:noAutofit/>
          </a:bodyPr>
          <a:lstStyle/>
          <a:p>
            <a:pPr indent="0" algn="ctr">
              <a:lnSpc>
                <a:spcPct val="100000"/>
              </a:lnSpc>
              <a:defRPr/>
            </a:pPr>
            <a:r>
              <a:rPr lang="en-US" sz="3200" b="1" i="0" u="none" strike="noStrike">
                <a:solidFill>
                  <a:srgbClr val="FFFFFF"/>
                </a:solidFill>
                <a:latin typeface="Arial"/>
                <a:ea typeface="Arial"/>
                <a:cs typeface="Arial"/>
                <a:sym typeface="Arial"/>
              </a:rPr>
              <a:t>04</a:t>
            </a:r>
            <a:endParaRPr lang="en-US" sz="1100"/>
          </a:p>
        </p:txBody>
      </p:sp>
      <p:sp>
        <p:nvSpPr>
          <p:cNvPr id="7" name="AutoShape 7"/>
          <p:cNvSpPr>
            <a:spLocks noGrp="1"/>
          </p:cNvSpPr>
          <p:nvPr>
            <p:ph type="body" sz="quarter" idx="181" hasCustomPrompt="1"/>
          </p:nvPr>
        </p:nvSpPr>
        <p:spPr>
          <a:xfrm>
            <a:off x="889000" y="889000"/>
            <a:ext cx="5098073"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8" name="AutoShape 8"/>
          <p:cNvSpPr>
            <a:spLocks noGrp="1"/>
          </p:cNvSpPr>
          <p:nvPr>
            <p:ph type="body" sz="quarter" idx="182" hasCustomPrompt="1"/>
          </p:nvPr>
        </p:nvSpPr>
        <p:spPr>
          <a:xfrm>
            <a:off x="1669073" y="1842168"/>
            <a:ext cx="4318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9" name="AutoShape 9"/>
          <p:cNvSpPr>
            <a:spLocks noGrp="1"/>
          </p:cNvSpPr>
          <p:nvPr>
            <p:ph type="body" sz="quarter" idx="183" hasCustomPrompt="1"/>
          </p:nvPr>
        </p:nvSpPr>
        <p:spPr>
          <a:xfrm>
            <a:off x="1669073" y="2898137"/>
            <a:ext cx="4318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0" name="AutoShape 10"/>
          <p:cNvSpPr>
            <a:spLocks noGrp="1"/>
          </p:cNvSpPr>
          <p:nvPr>
            <p:ph type="body" sz="quarter" idx="184" hasCustomPrompt="1"/>
          </p:nvPr>
        </p:nvSpPr>
        <p:spPr>
          <a:xfrm>
            <a:off x="1669073" y="3954105"/>
            <a:ext cx="4318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1" name="AutoShape 11"/>
          <p:cNvSpPr>
            <a:spLocks noGrp="1"/>
          </p:cNvSpPr>
          <p:nvPr>
            <p:ph type="body" sz="quarter" idx="185" hasCustomPrompt="1"/>
          </p:nvPr>
        </p:nvSpPr>
        <p:spPr>
          <a:xfrm>
            <a:off x="1669073" y="5010073"/>
            <a:ext cx="4318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Layout 27">
    <p:spTree>
      <p:nvGrpSpPr>
        <p:cNvPr id="1" name=""/>
        <p:cNvGrpSpPr/>
        <p:nvPr/>
      </p:nvGrpSpPr>
      <p:grpSpPr>
        <a:xfrm>
          <a:off x="0" y="0"/>
          <a:ext cx="0" cy="0"/>
          <a:chOff x="0" y="0"/>
          <a:chExt cx="0" cy="0"/>
        </a:xfrm>
      </p:grpSpPr>
      <p:sp>
        <p:nvSpPr>
          <p:cNvPr id="2" name="AutoShape 2"/>
          <p:cNvSpPr>
            <a:spLocks noGrp="1"/>
          </p:cNvSpPr>
          <p:nvPr>
            <p:ph type="body" sz="quarter" idx="186"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pic" sz="quarter" idx="187"/>
          </p:nvPr>
        </p:nvSpPr>
        <p:spPr>
          <a:xfrm>
            <a:off x="889000" y="1923845"/>
            <a:ext cx="2032000" cy="3957721"/>
          </a:xfrm>
          <a:prstGeom prst="roundRect">
            <a:avLst>
              <a:gd name="adj" fmla="val 75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pic" sz="quarter" idx="188"/>
          </p:nvPr>
        </p:nvSpPr>
        <p:spPr>
          <a:xfrm>
            <a:off x="3127160" y="1923845"/>
            <a:ext cx="2032000" cy="3957721"/>
          </a:xfrm>
          <a:prstGeom prst="roundRect">
            <a:avLst>
              <a:gd name="adj" fmla="val 75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5" name="AutoShape 5"/>
          <p:cNvSpPr>
            <a:spLocks noGrp="1"/>
          </p:cNvSpPr>
          <p:nvPr>
            <p:ph type="pic" sz="quarter" idx="189"/>
          </p:nvPr>
        </p:nvSpPr>
        <p:spPr>
          <a:xfrm>
            <a:off x="5365320" y="1923845"/>
            <a:ext cx="2032000" cy="3957721"/>
          </a:xfrm>
          <a:prstGeom prst="roundRect">
            <a:avLst>
              <a:gd name="adj" fmla="val 75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6" name="AutoShape 6"/>
          <p:cNvSpPr>
            <a:spLocks noGrp="1"/>
          </p:cNvSpPr>
          <p:nvPr>
            <p:ph type="body" sz="quarter" idx="190" hasCustomPrompt="1"/>
          </p:nvPr>
        </p:nvSpPr>
        <p:spPr>
          <a:xfrm>
            <a:off x="7876670" y="2301964"/>
            <a:ext cx="3429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7" name="AutoShape 7"/>
          <p:cNvSpPr>
            <a:spLocks noGrp="1"/>
          </p:cNvSpPr>
          <p:nvPr>
            <p:ph type="body" sz="quarter" idx="191" hasCustomPrompt="1"/>
          </p:nvPr>
        </p:nvSpPr>
        <p:spPr>
          <a:xfrm>
            <a:off x="7876670" y="1869907"/>
            <a:ext cx="3429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8" name="AutoShape 8"/>
          <p:cNvSpPr>
            <a:spLocks noGrp="1"/>
          </p:cNvSpPr>
          <p:nvPr>
            <p:ph type="body" sz="quarter" idx="192" hasCustomPrompt="1"/>
          </p:nvPr>
        </p:nvSpPr>
        <p:spPr>
          <a:xfrm>
            <a:off x="7876670" y="3775834"/>
            <a:ext cx="3429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9" name="AutoShape 9"/>
          <p:cNvSpPr>
            <a:spLocks noGrp="1"/>
          </p:cNvSpPr>
          <p:nvPr>
            <p:ph type="body" sz="quarter" idx="193" hasCustomPrompt="1"/>
          </p:nvPr>
        </p:nvSpPr>
        <p:spPr>
          <a:xfrm>
            <a:off x="7876670" y="3343777"/>
            <a:ext cx="3429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10" name="AutoShape 10"/>
          <p:cNvSpPr>
            <a:spLocks noGrp="1"/>
          </p:cNvSpPr>
          <p:nvPr>
            <p:ph type="body" sz="quarter" idx="194" hasCustomPrompt="1"/>
          </p:nvPr>
        </p:nvSpPr>
        <p:spPr>
          <a:xfrm>
            <a:off x="7876670" y="5195766"/>
            <a:ext cx="3429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1" name="AutoShape 11"/>
          <p:cNvSpPr>
            <a:spLocks noGrp="1"/>
          </p:cNvSpPr>
          <p:nvPr>
            <p:ph type="body" sz="quarter" idx="195" hasCustomPrompt="1"/>
          </p:nvPr>
        </p:nvSpPr>
        <p:spPr>
          <a:xfrm>
            <a:off x="7876670" y="4763709"/>
            <a:ext cx="3429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Layout 28">
    <p:spTree>
      <p:nvGrpSpPr>
        <p:cNvPr id="1" name=""/>
        <p:cNvGrpSpPr/>
        <p:nvPr/>
      </p:nvGrpSpPr>
      <p:grpSpPr>
        <a:xfrm>
          <a:off x="0" y="0"/>
          <a:ext cx="0" cy="0"/>
          <a:chOff x="0" y="0"/>
          <a:chExt cx="0" cy="0"/>
        </a:xfrm>
      </p:grpSpPr>
      <p:sp>
        <p:nvSpPr>
          <p:cNvPr id="2" name="AutoShape 2"/>
          <p:cNvSpPr>
            <a:spLocks noGrp="1"/>
          </p:cNvSpPr>
          <p:nvPr>
            <p:ph type="body" sz="quarter" idx="196"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pic" sz="quarter" idx="197"/>
          </p:nvPr>
        </p:nvSpPr>
        <p:spPr>
          <a:xfrm>
            <a:off x="889668" y="1903580"/>
            <a:ext cx="4953000" cy="2435969"/>
          </a:xfrm>
          <a:prstGeom prst="roundRect">
            <a:avLst>
              <a:gd name="adj" fmla="val 6256"/>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pic" sz="quarter" idx="198"/>
          </p:nvPr>
        </p:nvSpPr>
        <p:spPr>
          <a:xfrm>
            <a:off x="6350000" y="1903580"/>
            <a:ext cx="4953000" cy="2435969"/>
          </a:xfrm>
          <a:prstGeom prst="roundRect">
            <a:avLst>
              <a:gd name="adj" fmla="val 6256"/>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5" name="AutoShape 5"/>
          <p:cNvSpPr>
            <a:spLocks noGrp="1"/>
          </p:cNvSpPr>
          <p:nvPr>
            <p:ph type="body" sz="quarter" idx="199" hasCustomPrompt="1"/>
          </p:nvPr>
        </p:nvSpPr>
        <p:spPr>
          <a:xfrm>
            <a:off x="889000" y="5100386"/>
            <a:ext cx="4953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6" name="AutoShape 6"/>
          <p:cNvSpPr>
            <a:spLocks noGrp="1"/>
          </p:cNvSpPr>
          <p:nvPr>
            <p:ph type="body" sz="quarter" idx="200" hasCustomPrompt="1"/>
          </p:nvPr>
        </p:nvSpPr>
        <p:spPr>
          <a:xfrm>
            <a:off x="889000" y="4668329"/>
            <a:ext cx="4953668"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7" name="AutoShape 7"/>
          <p:cNvSpPr>
            <a:spLocks noGrp="1"/>
          </p:cNvSpPr>
          <p:nvPr>
            <p:ph type="body" sz="quarter" idx="201" hasCustomPrompt="1"/>
          </p:nvPr>
        </p:nvSpPr>
        <p:spPr>
          <a:xfrm>
            <a:off x="6349332" y="5100386"/>
            <a:ext cx="4953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8" name="AutoShape 8"/>
          <p:cNvSpPr>
            <a:spLocks noGrp="1"/>
          </p:cNvSpPr>
          <p:nvPr>
            <p:ph type="body" sz="quarter" idx="202" hasCustomPrompt="1"/>
          </p:nvPr>
        </p:nvSpPr>
        <p:spPr>
          <a:xfrm>
            <a:off x="6349332" y="4668329"/>
            <a:ext cx="4953668"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Layout 29">
    <p:spTree>
      <p:nvGrpSpPr>
        <p:cNvPr id="1" name=""/>
        <p:cNvGrpSpPr/>
        <p:nvPr/>
      </p:nvGrpSpPr>
      <p:grpSpPr>
        <a:xfrm>
          <a:off x="0" y="0"/>
          <a:ext cx="0" cy="0"/>
          <a:chOff x="0" y="0"/>
          <a:chExt cx="0" cy="0"/>
        </a:xfrm>
      </p:grpSpPr>
      <p:sp>
        <p:nvSpPr>
          <p:cNvPr id="2" name="AutoShape 2"/>
          <p:cNvSpPr>
            <a:spLocks noGrp="1"/>
          </p:cNvSpPr>
          <p:nvPr>
            <p:ph type="body" sz="quarter" idx="203"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pic" sz="quarter" idx="204"/>
          </p:nvPr>
        </p:nvSpPr>
        <p:spPr>
          <a:xfrm>
            <a:off x="890397" y="2370317"/>
            <a:ext cx="3048000" cy="1524000"/>
          </a:xfrm>
          <a:prstGeom prst="roundRect">
            <a:avLst>
              <a:gd name="adj" fmla="val 10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pic" sz="quarter" idx="205"/>
          </p:nvPr>
        </p:nvSpPr>
        <p:spPr>
          <a:xfrm>
            <a:off x="4571970" y="2370317"/>
            <a:ext cx="3048000" cy="1524000"/>
          </a:xfrm>
          <a:prstGeom prst="roundRect">
            <a:avLst>
              <a:gd name="adj" fmla="val 10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5" name="AutoShape 5"/>
          <p:cNvSpPr>
            <a:spLocks noGrp="1"/>
          </p:cNvSpPr>
          <p:nvPr>
            <p:ph type="pic" sz="quarter" idx="206"/>
          </p:nvPr>
        </p:nvSpPr>
        <p:spPr>
          <a:xfrm>
            <a:off x="8253542" y="2370317"/>
            <a:ext cx="3048000" cy="1524000"/>
          </a:xfrm>
          <a:prstGeom prst="roundRect">
            <a:avLst>
              <a:gd name="adj" fmla="val 10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6" name="AutoShape 6"/>
          <p:cNvSpPr>
            <a:spLocks noGrp="1"/>
          </p:cNvSpPr>
          <p:nvPr>
            <p:ph type="body" sz="quarter" idx="207" hasCustomPrompt="1"/>
          </p:nvPr>
        </p:nvSpPr>
        <p:spPr>
          <a:xfrm>
            <a:off x="889000" y="4670256"/>
            <a:ext cx="3048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7" name="AutoShape 7"/>
          <p:cNvSpPr>
            <a:spLocks noGrp="1"/>
          </p:cNvSpPr>
          <p:nvPr>
            <p:ph type="body" sz="quarter" idx="208" hasCustomPrompt="1"/>
          </p:nvPr>
        </p:nvSpPr>
        <p:spPr>
          <a:xfrm>
            <a:off x="889000" y="4238199"/>
            <a:ext cx="3049397"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8" name="AutoShape 8"/>
          <p:cNvSpPr>
            <a:spLocks noGrp="1"/>
          </p:cNvSpPr>
          <p:nvPr>
            <p:ph type="body" sz="quarter" idx="209" hasCustomPrompt="1"/>
          </p:nvPr>
        </p:nvSpPr>
        <p:spPr>
          <a:xfrm>
            <a:off x="4570572" y="4670256"/>
            <a:ext cx="3048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9" name="AutoShape 9"/>
          <p:cNvSpPr>
            <a:spLocks noGrp="1"/>
          </p:cNvSpPr>
          <p:nvPr>
            <p:ph type="body" sz="quarter" idx="210" hasCustomPrompt="1"/>
          </p:nvPr>
        </p:nvSpPr>
        <p:spPr>
          <a:xfrm>
            <a:off x="4570572" y="4238199"/>
            <a:ext cx="3049397"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10" name="AutoShape 10"/>
          <p:cNvSpPr>
            <a:spLocks noGrp="1"/>
          </p:cNvSpPr>
          <p:nvPr>
            <p:ph type="body" sz="quarter" idx="211" hasCustomPrompt="1"/>
          </p:nvPr>
        </p:nvSpPr>
        <p:spPr>
          <a:xfrm>
            <a:off x="8253542" y="4670256"/>
            <a:ext cx="3048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1" name="AutoShape 11"/>
          <p:cNvSpPr>
            <a:spLocks noGrp="1"/>
          </p:cNvSpPr>
          <p:nvPr>
            <p:ph type="body" sz="quarter" idx="212" hasCustomPrompt="1"/>
          </p:nvPr>
        </p:nvSpPr>
        <p:spPr>
          <a:xfrm>
            <a:off x="8253542" y="4238199"/>
            <a:ext cx="3049397"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Layout 30">
    <p:spTree>
      <p:nvGrpSpPr>
        <p:cNvPr id="1" name=""/>
        <p:cNvGrpSpPr/>
        <p:nvPr/>
      </p:nvGrpSpPr>
      <p:grpSpPr>
        <a:xfrm>
          <a:off x="0" y="0"/>
          <a:ext cx="0" cy="0"/>
          <a:chOff x="0" y="0"/>
          <a:chExt cx="0" cy="0"/>
        </a:xfrm>
      </p:grpSpPr>
      <p:sp>
        <p:nvSpPr>
          <p:cNvPr id="2" name="AutoShape 2"/>
          <p:cNvSpPr>
            <a:spLocks noGrp="1"/>
          </p:cNvSpPr>
          <p:nvPr>
            <p:ph type="body" sz="quarter" idx="213"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pic" sz="quarter" idx="214"/>
          </p:nvPr>
        </p:nvSpPr>
        <p:spPr>
          <a:xfrm>
            <a:off x="890397" y="3571276"/>
            <a:ext cx="3048000" cy="1524000"/>
          </a:xfrm>
          <a:prstGeom prst="roundRect">
            <a:avLst>
              <a:gd name="adj" fmla="val 10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body" sz="quarter" idx="215" hasCustomPrompt="1"/>
          </p:nvPr>
        </p:nvSpPr>
        <p:spPr>
          <a:xfrm>
            <a:off x="889000" y="2636188"/>
            <a:ext cx="3048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5" name="AutoShape 5"/>
          <p:cNvSpPr>
            <a:spLocks noGrp="1"/>
          </p:cNvSpPr>
          <p:nvPr>
            <p:ph type="body" sz="quarter" idx="216" hasCustomPrompt="1"/>
          </p:nvPr>
        </p:nvSpPr>
        <p:spPr>
          <a:xfrm>
            <a:off x="889000" y="2204131"/>
            <a:ext cx="3049397"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6" name="AutoShape 6"/>
          <p:cNvSpPr>
            <a:spLocks noGrp="1"/>
          </p:cNvSpPr>
          <p:nvPr>
            <p:ph type="body" sz="quarter" idx="217" hasCustomPrompt="1"/>
          </p:nvPr>
        </p:nvSpPr>
        <p:spPr>
          <a:xfrm>
            <a:off x="4572334" y="2636188"/>
            <a:ext cx="3048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7" name="AutoShape 7"/>
          <p:cNvSpPr>
            <a:spLocks noGrp="1"/>
          </p:cNvSpPr>
          <p:nvPr>
            <p:ph type="body" sz="quarter" idx="218" hasCustomPrompt="1"/>
          </p:nvPr>
        </p:nvSpPr>
        <p:spPr>
          <a:xfrm>
            <a:off x="4572334" y="2204131"/>
            <a:ext cx="3049397"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8" name="AutoShape 8"/>
          <p:cNvSpPr>
            <a:spLocks noGrp="1"/>
          </p:cNvSpPr>
          <p:nvPr>
            <p:ph type="body" sz="quarter" idx="219" hasCustomPrompt="1"/>
          </p:nvPr>
        </p:nvSpPr>
        <p:spPr>
          <a:xfrm>
            <a:off x="8252874" y="2636188"/>
            <a:ext cx="3048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9" name="AutoShape 9"/>
          <p:cNvSpPr>
            <a:spLocks noGrp="1"/>
          </p:cNvSpPr>
          <p:nvPr>
            <p:ph type="body" sz="quarter" idx="220" hasCustomPrompt="1"/>
          </p:nvPr>
        </p:nvSpPr>
        <p:spPr>
          <a:xfrm>
            <a:off x="8252874" y="2204131"/>
            <a:ext cx="3049397"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
        <p:nvSpPr>
          <p:cNvPr id="10" name="AutoShape 10"/>
          <p:cNvSpPr>
            <a:spLocks noGrp="1"/>
          </p:cNvSpPr>
          <p:nvPr>
            <p:ph type="pic" sz="quarter" idx="221"/>
          </p:nvPr>
        </p:nvSpPr>
        <p:spPr>
          <a:xfrm>
            <a:off x="4572334" y="3571276"/>
            <a:ext cx="3048000" cy="1524000"/>
          </a:xfrm>
          <a:prstGeom prst="roundRect">
            <a:avLst>
              <a:gd name="adj" fmla="val 10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11" name="AutoShape 11"/>
          <p:cNvSpPr>
            <a:spLocks noGrp="1"/>
          </p:cNvSpPr>
          <p:nvPr>
            <p:ph type="pic" sz="quarter" idx="222"/>
          </p:nvPr>
        </p:nvSpPr>
        <p:spPr>
          <a:xfrm>
            <a:off x="8252874" y="3571276"/>
            <a:ext cx="3048000" cy="1524000"/>
          </a:xfrm>
          <a:prstGeom prst="roundRect">
            <a:avLst>
              <a:gd name="adj" fmla="val 10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Layout 31">
    <p:spTree>
      <p:nvGrpSpPr>
        <p:cNvPr id="1" name=""/>
        <p:cNvGrpSpPr/>
        <p:nvPr/>
      </p:nvGrpSpPr>
      <p:grpSpPr>
        <a:xfrm>
          <a:off x="0" y="0"/>
          <a:ext cx="0" cy="0"/>
          <a:chOff x="0" y="0"/>
          <a:chExt cx="0" cy="0"/>
        </a:xfrm>
      </p:grpSpPr>
      <p:sp>
        <p:nvSpPr>
          <p:cNvPr id="2" name="AutoShape 2"/>
          <p:cNvSpPr>
            <a:spLocks noGrp="1"/>
          </p:cNvSpPr>
          <p:nvPr>
            <p:ph type="pic" sz="quarter" idx="223"/>
          </p:nvPr>
        </p:nvSpPr>
        <p:spPr>
          <a:xfrm>
            <a:off x="889000" y="883528"/>
            <a:ext cx="2413000" cy="2413000"/>
          </a:xfrm>
          <a:prstGeom prst="roundRect">
            <a:avLst>
              <a:gd name="adj" fmla="val 6315"/>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3" name="AutoShape 3"/>
          <p:cNvSpPr>
            <a:spLocks noGrp="1"/>
          </p:cNvSpPr>
          <p:nvPr>
            <p:ph type="pic" sz="quarter" idx="224"/>
          </p:nvPr>
        </p:nvSpPr>
        <p:spPr>
          <a:xfrm>
            <a:off x="3555534" y="883528"/>
            <a:ext cx="2413000" cy="2413000"/>
          </a:xfrm>
          <a:prstGeom prst="roundRect">
            <a:avLst>
              <a:gd name="adj" fmla="val 6315"/>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pic" sz="quarter" idx="225"/>
          </p:nvPr>
        </p:nvSpPr>
        <p:spPr>
          <a:xfrm>
            <a:off x="3555534" y="3561472"/>
            <a:ext cx="2413000" cy="2413000"/>
          </a:xfrm>
          <a:prstGeom prst="roundRect">
            <a:avLst>
              <a:gd name="adj" fmla="val 6315"/>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5" name="AutoShape 5"/>
          <p:cNvSpPr>
            <a:spLocks noGrp="1"/>
          </p:cNvSpPr>
          <p:nvPr>
            <p:ph type="pic" sz="quarter" idx="226"/>
          </p:nvPr>
        </p:nvSpPr>
        <p:spPr>
          <a:xfrm>
            <a:off x="889000" y="3561472"/>
            <a:ext cx="2413000" cy="2413000"/>
          </a:xfrm>
          <a:prstGeom prst="roundRect">
            <a:avLst>
              <a:gd name="adj" fmla="val 6315"/>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6" name="AutoShape 6"/>
          <p:cNvSpPr>
            <a:spLocks noGrp="1"/>
          </p:cNvSpPr>
          <p:nvPr>
            <p:ph type="body" sz="quarter" idx="227" hasCustomPrompt="1"/>
          </p:nvPr>
        </p:nvSpPr>
        <p:spPr>
          <a:xfrm>
            <a:off x="6724933" y="3561472"/>
            <a:ext cx="4572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7" name="AutoShape 7"/>
          <p:cNvSpPr>
            <a:spLocks noGrp="1"/>
          </p:cNvSpPr>
          <p:nvPr>
            <p:ph type="body" sz="quarter" idx="228" hasCustomPrompt="1"/>
          </p:nvPr>
        </p:nvSpPr>
        <p:spPr>
          <a:xfrm>
            <a:off x="6724933" y="4374272"/>
            <a:ext cx="4572000" cy="1600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Layout 32">
    <p:spTree>
      <p:nvGrpSpPr>
        <p:cNvPr id="1" name=""/>
        <p:cNvGrpSpPr/>
        <p:nvPr/>
      </p:nvGrpSpPr>
      <p:grpSpPr>
        <a:xfrm>
          <a:off x="0" y="0"/>
          <a:ext cx="0" cy="0"/>
          <a:chOff x="0" y="0"/>
          <a:chExt cx="0" cy="0"/>
        </a:xfrm>
      </p:grpSpPr>
      <p:sp>
        <p:nvSpPr>
          <p:cNvPr id="2" name="AutoShape 2"/>
          <p:cNvSpPr>
            <a:spLocks noGrp="1"/>
          </p:cNvSpPr>
          <p:nvPr>
            <p:ph type="body" sz="quarter" idx="229" hasCustomPrompt="1"/>
          </p:nvPr>
        </p:nvSpPr>
        <p:spPr>
          <a:xfrm>
            <a:off x="889668" y="2474571"/>
            <a:ext cx="5080000" cy="457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3" name="AutoShape 3"/>
          <p:cNvSpPr>
            <a:spLocks noGrp="1"/>
          </p:cNvSpPr>
          <p:nvPr>
            <p:ph type="body" sz="quarter" idx="230" hasCustomPrompt="1"/>
          </p:nvPr>
        </p:nvSpPr>
        <p:spPr>
          <a:xfrm>
            <a:off x="889668" y="2042514"/>
            <a:ext cx="5080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4" name="AutoShape 4"/>
          <p:cNvSpPr>
            <a:spLocks noGrp="1"/>
          </p:cNvSpPr>
          <p:nvPr>
            <p:ph type="body" sz="quarter" idx="231" hasCustomPrompt="1"/>
          </p:nvPr>
        </p:nvSpPr>
        <p:spPr>
          <a:xfrm>
            <a:off x="889668" y="3850462"/>
            <a:ext cx="5080000" cy="457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5" name="AutoShape 5"/>
          <p:cNvSpPr>
            <a:spLocks noGrp="1"/>
          </p:cNvSpPr>
          <p:nvPr>
            <p:ph type="body" sz="quarter" idx="232" hasCustomPrompt="1"/>
          </p:nvPr>
        </p:nvSpPr>
        <p:spPr>
          <a:xfrm>
            <a:off x="889668" y="3418405"/>
            <a:ext cx="5080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6" name="AutoShape 6"/>
          <p:cNvSpPr>
            <a:spLocks noGrp="1"/>
          </p:cNvSpPr>
          <p:nvPr>
            <p:ph type="body" sz="quarter" idx="233" hasCustomPrompt="1"/>
          </p:nvPr>
        </p:nvSpPr>
        <p:spPr>
          <a:xfrm>
            <a:off x="889668" y="5244844"/>
            <a:ext cx="5080000" cy="457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7" name="AutoShape 7"/>
          <p:cNvSpPr>
            <a:spLocks noGrp="1"/>
          </p:cNvSpPr>
          <p:nvPr>
            <p:ph type="body" sz="quarter" idx="234" hasCustomPrompt="1"/>
          </p:nvPr>
        </p:nvSpPr>
        <p:spPr>
          <a:xfrm>
            <a:off x="889668" y="4812787"/>
            <a:ext cx="5080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
        <p:nvSpPr>
          <p:cNvPr id="8" name="AutoShape 8"/>
          <p:cNvSpPr>
            <a:spLocks noGrp="1"/>
          </p:cNvSpPr>
          <p:nvPr>
            <p:ph type="body" sz="quarter" idx="235" hasCustomPrompt="1"/>
          </p:nvPr>
        </p:nvSpPr>
        <p:spPr>
          <a:xfrm>
            <a:off x="889000" y="889000"/>
            <a:ext cx="5080668"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9" name="AutoShape 9"/>
          <p:cNvSpPr>
            <a:spLocks noGrp="1"/>
          </p:cNvSpPr>
          <p:nvPr>
            <p:ph type="pic" sz="quarter" idx="236"/>
          </p:nvPr>
        </p:nvSpPr>
        <p:spPr>
          <a:xfrm>
            <a:off x="6644878" y="1435275"/>
            <a:ext cx="2222500" cy="1778000"/>
          </a:xfrm>
          <a:prstGeom prst="roundRect">
            <a:avLst>
              <a:gd name="adj" fmla="val 8571"/>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10" name="AutoShape 10"/>
          <p:cNvSpPr>
            <a:spLocks noGrp="1"/>
          </p:cNvSpPr>
          <p:nvPr>
            <p:ph type="pic" sz="quarter" idx="237"/>
          </p:nvPr>
        </p:nvSpPr>
        <p:spPr>
          <a:xfrm>
            <a:off x="6644878" y="3422170"/>
            <a:ext cx="2222500" cy="1778000"/>
          </a:xfrm>
          <a:prstGeom prst="roundRect">
            <a:avLst>
              <a:gd name="adj" fmla="val 8571"/>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11" name="AutoShape 11"/>
          <p:cNvSpPr>
            <a:spLocks noGrp="1"/>
          </p:cNvSpPr>
          <p:nvPr>
            <p:ph type="pic" sz="quarter" idx="238"/>
          </p:nvPr>
        </p:nvSpPr>
        <p:spPr>
          <a:xfrm>
            <a:off x="6644878" y="5407552"/>
            <a:ext cx="2222500" cy="1778000"/>
          </a:xfrm>
          <a:prstGeom prst="roundRect">
            <a:avLst>
              <a:gd name="adj" fmla="val 8571"/>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12" name="AutoShape 12"/>
          <p:cNvSpPr>
            <a:spLocks noGrp="1"/>
          </p:cNvSpPr>
          <p:nvPr>
            <p:ph type="pic" sz="quarter" idx="239"/>
          </p:nvPr>
        </p:nvSpPr>
        <p:spPr>
          <a:xfrm>
            <a:off x="6644878" y="-544075"/>
            <a:ext cx="2222500" cy="1778000"/>
          </a:xfrm>
          <a:prstGeom prst="roundRect">
            <a:avLst>
              <a:gd name="adj" fmla="val 8571"/>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13" name="AutoShape 13"/>
          <p:cNvSpPr>
            <a:spLocks noGrp="1"/>
          </p:cNvSpPr>
          <p:nvPr>
            <p:ph type="pic" sz="quarter" idx="240"/>
          </p:nvPr>
        </p:nvSpPr>
        <p:spPr>
          <a:xfrm>
            <a:off x="9080500" y="-544075"/>
            <a:ext cx="2222500" cy="3162637"/>
          </a:xfrm>
          <a:prstGeom prst="roundRect">
            <a:avLst>
              <a:gd name="adj" fmla="val 6857"/>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14" name="AutoShape 14"/>
          <p:cNvSpPr>
            <a:spLocks noGrp="1"/>
          </p:cNvSpPr>
          <p:nvPr>
            <p:ph type="pic" sz="quarter" idx="241"/>
          </p:nvPr>
        </p:nvSpPr>
        <p:spPr>
          <a:xfrm>
            <a:off x="9080500" y="2834205"/>
            <a:ext cx="2222500" cy="1778000"/>
          </a:xfrm>
          <a:prstGeom prst="roundRect">
            <a:avLst>
              <a:gd name="adj" fmla="val 8571"/>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15" name="AutoShape 15"/>
          <p:cNvSpPr>
            <a:spLocks noGrp="1"/>
          </p:cNvSpPr>
          <p:nvPr>
            <p:ph type="pic" sz="quarter" idx="242"/>
          </p:nvPr>
        </p:nvSpPr>
        <p:spPr>
          <a:xfrm>
            <a:off x="9080500" y="4827849"/>
            <a:ext cx="2222500" cy="3162637"/>
          </a:xfrm>
          <a:prstGeom prst="roundRect">
            <a:avLst>
              <a:gd name="adj" fmla="val 6857"/>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Layout 33">
    <p:spTree>
      <p:nvGrpSpPr>
        <p:cNvPr id="1" name=""/>
        <p:cNvGrpSpPr/>
        <p:nvPr/>
      </p:nvGrpSpPr>
      <p:grpSpPr>
        <a:xfrm>
          <a:off x="0" y="0"/>
          <a:ext cx="0" cy="0"/>
          <a:chOff x="0" y="0"/>
          <a:chExt cx="0" cy="0"/>
        </a:xfrm>
      </p:grpSpPr>
      <p:sp>
        <p:nvSpPr>
          <p:cNvPr id="2" name="AutoShape 2"/>
          <p:cNvSpPr>
            <a:spLocks noGrp="1"/>
          </p:cNvSpPr>
          <p:nvPr>
            <p:ph type="body" sz="quarter" idx="243"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pic" sz="quarter" idx="244"/>
          </p:nvPr>
        </p:nvSpPr>
        <p:spPr>
          <a:xfrm>
            <a:off x="890397" y="1794086"/>
            <a:ext cx="3048000" cy="4174914"/>
          </a:xfrm>
          <a:prstGeom prst="roundRect">
            <a:avLst>
              <a:gd name="adj" fmla="val 5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pic" sz="quarter" idx="245"/>
          </p:nvPr>
        </p:nvSpPr>
        <p:spPr>
          <a:xfrm>
            <a:off x="4572334" y="1794086"/>
            <a:ext cx="3048000" cy="4174914"/>
          </a:xfrm>
          <a:prstGeom prst="roundRect">
            <a:avLst>
              <a:gd name="adj" fmla="val 5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5" name="AutoShape 5"/>
          <p:cNvSpPr>
            <a:spLocks noGrp="1"/>
          </p:cNvSpPr>
          <p:nvPr>
            <p:ph type="pic" sz="quarter" idx="246"/>
          </p:nvPr>
        </p:nvSpPr>
        <p:spPr>
          <a:xfrm>
            <a:off x="8252874" y="1794086"/>
            <a:ext cx="3048000" cy="4174914"/>
          </a:xfrm>
          <a:prstGeom prst="roundRect">
            <a:avLst>
              <a:gd name="adj" fmla="val 5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Layout 34">
    <p:spTree>
      <p:nvGrpSpPr>
        <p:cNvPr id="1" name=""/>
        <p:cNvGrpSpPr/>
        <p:nvPr/>
      </p:nvGrpSpPr>
      <p:grpSpPr>
        <a:xfrm>
          <a:off x="0" y="0"/>
          <a:ext cx="0" cy="0"/>
          <a:chOff x="0" y="0"/>
          <a:chExt cx="0" cy="0"/>
        </a:xfrm>
      </p:grpSpPr>
      <p:sp>
        <p:nvSpPr>
          <p:cNvPr id="2" name="AutoShape 2"/>
          <p:cNvSpPr>
            <a:spLocks noGrp="1"/>
          </p:cNvSpPr>
          <p:nvPr>
            <p:ph type="body" sz="quarter" idx="247"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pic" sz="quarter" idx="248"/>
          </p:nvPr>
        </p:nvSpPr>
        <p:spPr>
          <a:xfrm>
            <a:off x="890397" y="1794086"/>
            <a:ext cx="3048000" cy="4174914"/>
          </a:xfrm>
          <a:prstGeom prst="roundRect">
            <a:avLst>
              <a:gd name="adj" fmla="val 5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pic" sz="quarter" idx="249"/>
          </p:nvPr>
        </p:nvSpPr>
        <p:spPr>
          <a:xfrm>
            <a:off x="4303911" y="1794086"/>
            <a:ext cx="6999089" cy="1905000"/>
          </a:xfrm>
          <a:prstGeom prst="roundRect">
            <a:avLst>
              <a:gd name="adj" fmla="val 8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5" name="AutoShape 5"/>
          <p:cNvSpPr>
            <a:spLocks noGrp="1"/>
          </p:cNvSpPr>
          <p:nvPr>
            <p:ph type="pic" sz="quarter" idx="250"/>
          </p:nvPr>
        </p:nvSpPr>
        <p:spPr>
          <a:xfrm>
            <a:off x="4303911" y="4064000"/>
            <a:ext cx="6999089" cy="1905000"/>
          </a:xfrm>
          <a:prstGeom prst="roundRect">
            <a:avLst>
              <a:gd name="adj" fmla="val 800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Layout 35">
    <p:spTree>
      <p:nvGrpSpPr>
        <p:cNvPr id="1" name=""/>
        <p:cNvGrpSpPr/>
        <p:nvPr/>
      </p:nvGrpSpPr>
      <p:grpSpPr>
        <a:xfrm>
          <a:off x="0" y="0"/>
          <a:ext cx="0" cy="0"/>
          <a:chOff x="0" y="0"/>
          <a:chExt cx="0" cy="0"/>
        </a:xfrm>
      </p:grpSpPr>
      <p:sp>
        <p:nvSpPr>
          <p:cNvPr id="2" name="AutoShape 2"/>
          <p:cNvSpPr>
            <a:spLocks noGrp="1"/>
          </p:cNvSpPr>
          <p:nvPr>
            <p:ph type="body" sz="quarter" idx="251"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3" name="AutoShape 3"/>
          <p:cNvSpPr>
            <a:spLocks noGrp="1"/>
          </p:cNvSpPr>
          <p:nvPr>
            <p:ph type="pic" sz="quarter" idx="252"/>
          </p:nvPr>
        </p:nvSpPr>
        <p:spPr>
          <a:xfrm>
            <a:off x="889000" y="1794086"/>
            <a:ext cx="2413000" cy="1930400"/>
          </a:xfrm>
          <a:prstGeom prst="roundRect">
            <a:avLst>
              <a:gd name="adj" fmla="val 7894"/>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pic" sz="quarter" idx="253"/>
          </p:nvPr>
        </p:nvSpPr>
        <p:spPr>
          <a:xfrm>
            <a:off x="3555534" y="1794086"/>
            <a:ext cx="2413000" cy="1930400"/>
          </a:xfrm>
          <a:prstGeom prst="roundRect">
            <a:avLst>
              <a:gd name="adj" fmla="val 7894"/>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5" name="AutoShape 5"/>
          <p:cNvSpPr>
            <a:spLocks noGrp="1"/>
          </p:cNvSpPr>
          <p:nvPr>
            <p:ph type="pic" sz="quarter" idx="254"/>
          </p:nvPr>
        </p:nvSpPr>
        <p:spPr>
          <a:xfrm>
            <a:off x="6223466" y="1768402"/>
            <a:ext cx="2413000" cy="1930400"/>
          </a:xfrm>
          <a:prstGeom prst="roundRect">
            <a:avLst>
              <a:gd name="adj" fmla="val 7894"/>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6" name="AutoShape 6"/>
          <p:cNvSpPr>
            <a:spLocks noGrp="1"/>
          </p:cNvSpPr>
          <p:nvPr>
            <p:ph type="pic" sz="quarter" idx="255"/>
          </p:nvPr>
        </p:nvSpPr>
        <p:spPr>
          <a:xfrm>
            <a:off x="8890000" y="1768402"/>
            <a:ext cx="2413000" cy="1930400"/>
          </a:xfrm>
          <a:prstGeom prst="roundRect">
            <a:avLst>
              <a:gd name="adj" fmla="val 7894"/>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7" name="AutoShape 7"/>
          <p:cNvSpPr>
            <a:spLocks noGrp="1"/>
          </p:cNvSpPr>
          <p:nvPr>
            <p:ph type="pic" sz="quarter" idx="256"/>
          </p:nvPr>
        </p:nvSpPr>
        <p:spPr>
          <a:xfrm>
            <a:off x="6223466" y="3968605"/>
            <a:ext cx="2413000" cy="1930400"/>
          </a:xfrm>
          <a:prstGeom prst="roundRect">
            <a:avLst>
              <a:gd name="adj" fmla="val 7894"/>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8" name="AutoShape 8"/>
          <p:cNvSpPr>
            <a:spLocks noGrp="1"/>
          </p:cNvSpPr>
          <p:nvPr>
            <p:ph type="pic" sz="quarter" idx="257"/>
          </p:nvPr>
        </p:nvSpPr>
        <p:spPr>
          <a:xfrm>
            <a:off x="8890000" y="3968605"/>
            <a:ext cx="2413000" cy="1930400"/>
          </a:xfrm>
          <a:prstGeom prst="roundRect">
            <a:avLst>
              <a:gd name="adj" fmla="val 7894"/>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9" name="AutoShape 9"/>
          <p:cNvSpPr>
            <a:spLocks noGrp="1"/>
          </p:cNvSpPr>
          <p:nvPr>
            <p:ph type="pic" sz="quarter" idx="258"/>
          </p:nvPr>
        </p:nvSpPr>
        <p:spPr>
          <a:xfrm>
            <a:off x="889000" y="3968605"/>
            <a:ext cx="2413000" cy="1930400"/>
          </a:xfrm>
          <a:prstGeom prst="roundRect">
            <a:avLst>
              <a:gd name="adj" fmla="val 7894"/>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10" name="AutoShape 10"/>
          <p:cNvSpPr>
            <a:spLocks noGrp="1"/>
          </p:cNvSpPr>
          <p:nvPr>
            <p:ph type="pic" sz="quarter" idx="259"/>
          </p:nvPr>
        </p:nvSpPr>
        <p:spPr>
          <a:xfrm>
            <a:off x="3555534" y="3968605"/>
            <a:ext cx="2413000" cy="1930400"/>
          </a:xfrm>
          <a:prstGeom prst="roundRect">
            <a:avLst>
              <a:gd name="adj" fmla="val 7894"/>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Layout 36">
    <p:spTree>
      <p:nvGrpSpPr>
        <p:cNvPr id="1" name=""/>
        <p:cNvGrpSpPr/>
        <p:nvPr/>
      </p:nvGrpSpPr>
      <p:grpSpPr>
        <a:xfrm>
          <a:off x="0" y="0"/>
          <a:ext cx="0" cy="0"/>
          <a:chOff x="0" y="0"/>
          <a:chExt cx="0" cy="0"/>
        </a:xfrm>
      </p:grpSpPr>
      <p:sp>
        <p:nvSpPr>
          <p:cNvPr id="2" name="AutoShape 2"/>
          <p:cNvSpPr/>
          <p:nvPr/>
        </p:nvSpPr>
        <p:spPr>
          <a:xfrm>
            <a:off x="648953" y="3746537"/>
            <a:ext cx="10642011" cy="355600"/>
          </a:xfrm>
          <a:prstGeom prst="roundRect">
            <a:avLst/>
          </a:prstGeom>
          <a:gradFill rotWithShape="1">
            <a:gsLst>
              <a:gs pos="0">
                <a:srgbClr val="2348C5">
                  <a:alpha val="38000"/>
                </a:srgbClr>
              </a:gs>
              <a:gs pos="100000">
                <a:srgbClr val="48EFCF">
                  <a:alpha val="11000"/>
                </a:srgbClr>
              </a:gs>
            </a:gsLst>
            <a:lin ang="10860000"/>
          </a:gradFill>
          <a:ln w="50800">
            <a:noFill/>
            <a:prstDash val="solid"/>
          </a:ln>
        </p:spPr>
        <p:txBody>
          <a:bodyPr lIns="127000" tIns="127000" rIns="127000" bIns="127000" rtlCol="0" anchor="ctr"/>
          <a:lstStyle/>
          <a:p>
            <a:pPr algn="ctr">
              <a:defRPr/>
            </a:pPr>
            <a:endParaRPr/>
          </a:p>
        </p:txBody>
      </p:sp>
      <p:sp>
        <p:nvSpPr>
          <p:cNvPr id="3" name="AutoShape 3"/>
          <p:cNvSpPr/>
          <p:nvPr/>
        </p:nvSpPr>
        <p:spPr>
          <a:xfrm>
            <a:off x="1087145" y="3848137"/>
            <a:ext cx="152400" cy="152400"/>
          </a:xfrm>
          <a:prstGeom prst="ellipse">
            <a:avLst/>
          </a:prstGeom>
          <a:noFill/>
          <a:ln w="50800">
            <a:solidFill>
              <a:srgbClr val="4E6EFD">
                <a:alpha val="100000"/>
              </a:srgbClr>
            </a:solidFill>
            <a:prstDash val="solid"/>
          </a:ln>
        </p:spPr>
        <p:txBody>
          <a:bodyPr lIns="127000" tIns="127000" rIns="127000" bIns="127000" rtlCol="0" anchor="ctr"/>
          <a:lstStyle/>
          <a:p>
            <a:pPr algn="ctr">
              <a:defRPr/>
            </a:pPr>
            <a:endParaRPr/>
          </a:p>
        </p:txBody>
      </p:sp>
      <p:cxnSp>
        <p:nvCxnSpPr>
          <p:cNvPr id="4" name="Connector 4"/>
          <p:cNvCxnSpPr/>
          <p:nvPr/>
        </p:nvCxnSpPr>
        <p:spPr>
          <a:xfrm>
            <a:off x="3160642" y="4050794"/>
            <a:ext cx="0" cy="1052623"/>
          </a:xfrm>
          <a:prstGeom prst="line">
            <a:avLst/>
          </a:prstGeom>
          <a:solidFill>
            <a:srgbClr val="DEE0E3">
              <a:alpha val="100000"/>
            </a:srgbClr>
          </a:solidFill>
          <a:ln w="12700">
            <a:solidFill>
              <a:srgbClr val="4E6EFD">
                <a:alpha val="100000"/>
              </a:srgbClr>
            </a:solidFill>
            <a:prstDash val="solid"/>
            <a:headEnd type="none" w="med" len="med"/>
            <a:tailEnd type="none" w="med" len="med"/>
          </a:ln>
        </p:spPr>
      </p:cxnSp>
      <p:sp>
        <p:nvSpPr>
          <p:cNvPr id="5" name="AutoShape 5"/>
          <p:cNvSpPr/>
          <p:nvPr/>
        </p:nvSpPr>
        <p:spPr>
          <a:xfrm>
            <a:off x="5081739" y="3848137"/>
            <a:ext cx="152400" cy="152400"/>
          </a:xfrm>
          <a:prstGeom prst="ellipse">
            <a:avLst/>
          </a:prstGeom>
          <a:noFill/>
          <a:ln w="50800">
            <a:solidFill>
              <a:srgbClr val="4E6EFD">
                <a:alpha val="100000"/>
              </a:srgbClr>
            </a:solidFill>
            <a:prstDash val="solid"/>
          </a:ln>
        </p:spPr>
        <p:txBody>
          <a:bodyPr lIns="127000" tIns="127000" rIns="127000" bIns="127000" rtlCol="0" anchor="ctr"/>
          <a:lstStyle/>
          <a:p>
            <a:pPr algn="ctr">
              <a:defRPr/>
            </a:pPr>
            <a:endParaRPr/>
          </a:p>
        </p:txBody>
      </p:sp>
      <p:sp>
        <p:nvSpPr>
          <p:cNvPr id="6" name="AutoShape 6"/>
          <p:cNvSpPr/>
          <p:nvPr/>
        </p:nvSpPr>
        <p:spPr>
          <a:xfrm>
            <a:off x="6999674" y="3816427"/>
            <a:ext cx="203200" cy="203200"/>
          </a:xfrm>
          <a:prstGeom prst="ellipse">
            <a:avLst/>
          </a:prstGeom>
          <a:noFill/>
          <a:ln w="50800">
            <a:solidFill>
              <a:srgbClr val="4E6EFD">
                <a:alpha val="100000"/>
              </a:srgbClr>
            </a:solidFill>
            <a:prstDash val="solid"/>
          </a:ln>
        </p:spPr>
        <p:txBody>
          <a:bodyPr lIns="127000" tIns="127000" rIns="127000" bIns="127000" rtlCol="0" anchor="ctr"/>
          <a:lstStyle/>
          <a:p>
            <a:pPr algn="ctr">
              <a:defRPr/>
            </a:pPr>
            <a:endParaRPr/>
          </a:p>
        </p:txBody>
      </p:sp>
      <p:sp>
        <p:nvSpPr>
          <p:cNvPr id="7" name="AutoShape 7"/>
          <p:cNvSpPr/>
          <p:nvPr/>
        </p:nvSpPr>
        <p:spPr>
          <a:xfrm>
            <a:off x="8702377" y="3848137"/>
            <a:ext cx="152400" cy="152400"/>
          </a:xfrm>
          <a:prstGeom prst="ellipse">
            <a:avLst/>
          </a:prstGeom>
          <a:noFill/>
          <a:ln w="50800">
            <a:solidFill>
              <a:srgbClr val="4E6EFD">
                <a:alpha val="100000"/>
              </a:srgbClr>
            </a:solidFill>
            <a:prstDash val="solid"/>
          </a:ln>
        </p:spPr>
        <p:txBody>
          <a:bodyPr lIns="127000" tIns="127000" rIns="127000" bIns="127000" rtlCol="0" anchor="ctr"/>
          <a:lstStyle/>
          <a:p>
            <a:pPr algn="ctr">
              <a:defRPr/>
            </a:pPr>
            <a:endParaRPr/>
          </a:p>
        </p:txBody>
      </p:sp>
      <p:cxnSp>
        <p:nvCxnSpPr>
          <p:cNvPr id="8" name="Connector 8"/>
          <p:cNvCxnSpPr/>
          <p:nvPr/>
        </p:nvCxnSpPr>
        <p:spPr>
          <a:xfrm>
            <a:off x="7094300" y="4024020"/>
            <a:ext cx="0" cy="1092097"/>
          </a:xfrm>
          <a:prstGeom prst="line">
            <a:avLst/>
          </a:prstGeom>
          <a:solidFill>
            <a:srgbClr val="DEE0E3">
              <a:alpha val="100000"/>
            </a:srgbClr>
          </a:solidFill>
          <a:ln w="12700">
            <a:solidFill>
              <a:srgbClr val="4E6EFD">
                <a:alpha val="100000"/>
              </a:srgbClr>
            </a:solidFill>
            <a:prstDash val="solid"/>
            <a:headEnd type="none" w="med" len="med"/>
            <a:tailEnd type="none" w="med" len="med"/>
          </a:ln>
        </p:spPr>
      </p:cxnSp>
      <p:sp>
        <p:nvSpPr>
          <p:cNvPr id="9" name="AutoShape 9"/>
          <p:cNvSpPr/>
          <p:nvPr/>
        </p:nvSpPr>
        <p:spPr>
          <a:xfrm>
            <a:off x="3061606" y="3822737"/>
            <a:ext cx="203200" cy="203200"/>
          </a:xfrm>
          <a:prstGeom prst="ellipse">
            <a:avLst/>
          </a:prstGeom>
          <a:noFill/>
          <a:ln w="50800">
            <a:solidFill>
              <a:srgbClr val="4E6EFD">
                <a:alpha val="100000"/>
              </a:srgbClr>
            </a:solidFill>
            <a:prstDash val="solid"/>
          </a:ln>
        </p:spPr>
        <p:txBody>
          <a:bodyPr lIns="127000" tIns="127000" rIns="127000" bIns="127000" rtlCol="0" anchor="ctr"/>
          <a:lstStyle/>
          <a:p>
            <a:pPr algn="ctr">
              <a:defRPr/>
            </a:pPr>
            <a:endParaRPr/>
          </a:p>
        </p:txBody>
      </p:sp>
      <p:cxnSp>
        <p:nvCxnSpPr>
          <p:cNvPr id="10" name="Connector 10"/>
          <p:cNvCxnSpPr/>
          <p:nvPr/>
        </p:nvCxnSpPr>
        <p:spPr>
          <a:xfrm>
            <a:off x="5157939" y="2222258"/>
            <a:ext cx="0" cy="1600479"/>
          </a:xfrm>
          <a:prstGeom prst="line">
            <a:avLst/>
          </a:prstGeom>
          <a:solidFill>
            <a:srgbClr val="DEE0E3">
              <a:alpha val="100000"/>
            </a:srgbClr>
          </a:solidFill>
          <a:ln w="12700">
            <a:solidFill>
              <a:srgbClr val="4E6EFD">
                <a:alpha val="100000"/>
              </a:srgbClr>
            </a:solidFill>
            <a:prstDash val="solid"/>
            <a:headEnd type="none" w="med" len="med"/>
            <a:tailEnd type="none" w="med" len="med"/>
          </a:ln>
        </p:spPr>
      </p:cxnSp>
      <p:cxnSp>
        <p:nvCxnSpPr>
          <p:cNvPr id="11" name="Connector 11"/>
          <p:cNvCxnSpPr/>
          <p:nvPr/>
        </p:nvCxnSpPr>
        <p:spPr>
          <a:xfrm>
            <a:off x="8778577" y="2222258"/>
            <a:ext cx="0" cy="1600479"/>
          </a:xfrm>
          <a:prstGeom prst="line">
            <a:avLst/>
          </a:prstGeom>
          <a:solidFill>
            <a:srgbClr val="DEE0E3">
              <a:alpha val="100000"/>
            </a:srgbClr>
          </a:solidFill>
          <a:ln w="12700">
            <a:solidFill>
              <a:srgbClr val="4E6EFD">
                <a:alpha val="100000"/>
              </a:srgbClr>
            </a:solidFill>
            <a:prstDash val="solid"/>
            <a:headEnd type="none" w="med" len="med"/>
            <a:tailEnd type="none" w="med" len="med"/>
          </a:ln>
        </p:spPr>
      </p:cxnSp>
      <p:cxnSp>
        <p:nvCxnSpPr>
          <p:cNvPr id="12" name="Connector 12"/>
          <p:cNvCxnSpPr/>
          <p:nvPr/>
        </p:nvCxnSpPr>
        <p:spPr>
          <a:xfrm>
            <a:off x="1157674" y="2216227"/>
            <a:ext cx="0" cy="1600479"/>
          </a:xfrm>
          <a:prstGeom prst="line">
            <a:avLst/>
          </a:prstGeom>
          <a:solidFill>
            <a:srgbClr val="DEE0E3">
              <a:alpha val="100000"/>
            </a:srgbClr>
          </a:solidFill>
          <a:ln w="12700">
            <a:solidFill>
              <a:srgbClr val="4E6EFD">
                <a:alpha val="100000"/>
              </a:srgbClr>
            </a:solidFill>
            <a:prstDash val="solid"/>
            <a:headEnd type="none" w="med" len="med"/>
            <a:tailEnd type="none" w="med" len="med"/>
          </a:ln>
        </p:spPr>
      </p:cxnSp>
      <p:sp>
        <p:nvSpPr>
          <p:cNvPr id="13" name="AutoShape 13"/>
          <p:cNvSpPr>
            <a:spLocks noGrp="1"/>
          </p:cNvSpPr>
          <p:nvPr>
            <p:ph type="body" sz="quarter" idx="260"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时间轴</a:t>
            </a:r>
          </a:p>
        </p:txBody>
      </p:sp>
      <p:sp>
        <p:nvSpPr>
          <p:cNvPr id="14" name="AutoShape 14"/>
          <p:cNvSpPr>
            <a:spLocks noGrp="1"/>
          </p:cNvSpPr>
          <p:nvPr>
            <p:ph type="body" sz="quarter" idx="261" hasCustomPrompt="1"/>
          </p:nvPr>
        </p:nvSpPr>
        <p:spPr>
          <a:xfrm>
            <a:off x="1399814" y="2495697"/>
            <a:ext cx="27305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5" name="AutoShape 15"/>
          <p:cNvSpPr>
            <a:spLocks noGrp="1"/>
          </p:cNvSpPr>
          <p:nvPr>
            <p:ph type="body" sz="quarter" idx="262" hasCustomPrompt="1"/>
          </p:nvPr>
        </p:nvSpPr>
        <p:spPr>
          <a:xfrm>
            <a:off x="1399814" y="2063640"/>
            <a:ext cx="27305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时间点</a:t>
            </a:r>
          </a:p>
        </p:txBody>
      </p:sp>
      <p:sp>
        <p:nvSpPr>
          <p:cNvPr id="16" name="AutoShape 16"/>
          <p:cNvSpPr>
            <a:spLocks noGrp="1"/>
          </p:cNvSpPr>
          <p:nvPr>
            <p:ph type="body" sz="quarter" idx="263" hasCustomPrompt="1"/>
          </p:nvPr>
        </p:nvSpPr>
        <p:spPr>
          <a:xfrm>
            <a:off x="5400079" y="2495697"/>
            <a:ext cx="27305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7" name="AutoShape 17"/>
          <p:cNvSpPr>
            <a:spLocks noGrp="1"/>
          </p:cNvSpPr>
          <p:nvPr>
            <p:ph type="body" sz="quarter" idx="264" hasCustomPrompt="1"/>
          </p:nvPr>
        </p:nvSpPr>
        <p:spPr>
          <a:xfrm>
            <a:off x="5400079" y="2063640"/>
            <a:ext cx="27305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时间点</a:t>
            </a:r>
          </a:p>
        </p:txBody>
      </p:sp>
      <p:sp>
        <p:nvSpPr>
          <p:cNvPr id="18" name="AutoShape 18"/>
          <p:cNvSpPr>
            <a:spLocks noGrp="1"/>
          </p:cNvSpPr>
          <p:nvPr>
            <p:ph type="body" sz="quarter" idx="265" hasCustomPrompt="1"/>
          </p:nvPr>
        </p:nvSpPr>
        <p:spPr>
          <a:xfrm>
            <a:off x="9020717" y="2495697"/>
            <a:ext cx="27305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9" name="AutoShape 19"/>
          <p:cNvSpPr>
            <a:spLocks noGrp="1"/>
          </p:cNvSpPr>
          <p:nvPr>
            <p:ph type="body" sz="quarter" idx="266" hasCustomPrompt="1"/>
          </p:nvPr>
        </p:nvSpPr>
        <p:spPr>
          <a:xfrm>
            <a:off x="9020717" y="2063640"/>
            <a:ext cx="27305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时间点</a:t>
            </a:r>
          </a:p>
        </p:txBody>
      </p:sp>
      <p:sp>
        <p:nvSpPr>
          <p:cNvPr id="20" name="AutoShape 20"/>
          <p:cNvSpPr>
            <a:spLocks noGrp="1"/>
          </p:cNvSpPr>
          <p:nvPr>
            <p:ph type="body" sz="quarter" idx="267" hasCustomPrompt="1"/>
          </p:nvPr>
        </p:nvSpPr>
        <p:spPr>
          <a:xfrm>
            <a:off x="7337127" y="5009162"/>
            <a:ext cx="27305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21" name="AutoShape 21"/>
          <p:cNvSpPr>
            <a:spLocks noGrp="1"/>
          </p:cNvSpPr>
          <p:nvPr>
            <p:ph type="body" sz="quarter" idx="268" hasCustomPrompt="1"/>
          </p:nvPr>
        </p:nvSpPr>
        <p:spPr>
          <a:xfrm>
            <a:off x="7337127" y="4577105"/>
            <a:ext cx="27305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时间点</a:t>
            </a:r>
          </a:p>
        </p:txBody>
      </p:sp>
      <p:sp>
        <p:nvSpPr>
          <p:cNvPr id="22" name="AutoShape 22"/>
          <p:cNvSpPr>
            <a:spLocks noGrp="1"/>
          </p:cNvSpPr>
          <p:nvPr>
            <p:ph type="body" sz="quarter" idx="269" hasCustomPrompt="1"/>
          </p:nvPr>
        </p:nvSpPr>
        <p:spPr>
          <a:xfrm>
            <a:off x="3403469" y="5009162"/>
            <a:ext cx="27305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23" name="AutoShape 23"/>
          <p:cNvSpPr>
            <a:spLocks noGrp="1"/>
          </p:cNvSpPr>
          <p:nvPr>
            <p:ph type="body" sz="quarter" idx="270" hasCustomPrompt="1"/>
          </p:nvPr>
        </p:nvSpPr>
        <p:spPr>
          <a:xfrm>
            <a:off x="3403469" y="4577105"/>
            <a:ext cx="27305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时间点</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Layout 37">
    <p:spTree>
      <p:nvGrpSpPr>
        <p:cNvPr id="1" name=""/>
        <p:cNvGrpSpPr/>
        <p:nvPr/>
      </p:nvGrpSpPr>
      <p:grpSpPr>
        <a:xfrm>
          <a:off x="0" y="0"/>
          <a:ext cx="0" cy="0"/>
          <a:chOff x="0" y="0"/>
          <a:chExt cx="0" cy="0"/>
        </a:xfrm>
      </p:grpSpPr>
      <p:sp>
        <p:nvSpPr>
          <p:cNvPr id="2" name="AutoShape 2"/>
          <p:cNvSpPr>
            <a:spLocks noGrp="1"/>
          </p:cNvSpPr>
          <p:nvPr>
            <p:ph type="body" sz="quarter" idx="271" hasCustomPrompt="1"/>
          </p:nvPr>
        </p:nvSpPr>
        <p:spPr>
          <a:xfrm>
            <a:off x="889000" y="889000"/>
            <a:ext cx="10414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时间轴</a:t>
            </a:r>
          </a:p>
        </p:txBody>
      </p:sp>
      <p:cxnSp>
        <p:nvCxnSpPr>
          <p:cNvPr id="3" name="Connector 3"/>
          <p:cNvCxnSpPr/>
          <p:nvPr/>
        </p:nvCxnSpPr>
        <p:spPr>
          <a:xfrm rot="8099999" flipV="1">
            <a:off x="214836" y="2561637"/>
            <a:ext cx="2619666" cy="2619666"/>
          </a:xfrm>
          <a:prstGeom prst="line">
            <a:avLst/>
          </a:prstGeom>
          <a:solidFill>
            <a:srgbClr val="DEE0E3">
              <a:alpha val="40000"/>
            </a:srgbClr>
          </a:solidFill>
          <a:ln w="12700">
            <a:solidFill>
              <a:srgbClr val="4E6EFD">
                <a:alpha val="40000"/>
              </a:srgbClr>
            </a:solidFill>
            <a:prstDash val="dash"/>
            <a:headEnd type="none" w="med" len="med"/>
            <a:tailEnd type="none" w="med" len="med"/>
          </a:ln>
        </p:spPr>
      </p:cxnSp>
      <p:sp>
        <p:nvSpPr>
          <p:cNvPr id="4" name="AutoShape 4"/>
          <p:cNvSpPr/>
          <p:nvPr/>
        </p:nvSpPr>
        <p:spPr>
          <a:xfrm>
            <a:off x="889668" y="4834729"/>
            <a:ext cx="1270000" cy="431800"/>
          </a:xfrm>
          <a:prstGeom prst="roundRect">
            <a:avLst/>
          </a:prstGeom>
          <a:solidFill>
            <a:srgbClr val="4E6EFD">
              <a:alpha val="100000"/>
            </a:srgbClr>
          </a:solidFill>
          <a:ln w="25400">
            <a:noFill/>
            <a:prstDash val="solid"/>
          </a:ln>
        </p:spPr>
        <p:txBody>
          <a:bodyPr lIns="127000" tIns="127000" rIns="127000" bIns="127000" rtlCol="0" anchor="ctr"/>
          <a:lstStyle/>
          <a:p>
            <a:pPr indent="0" algn="ctr">
              <a:lnSpc>
                <a:spcPct val="100000"/>
              </a:lnSpc>
              <a:defRPr/>
            </a:pPr>
            <a:r>
              <a:rPr lang="en-US" sz="1400" b="1" i="0" u="none" strike="noStrike">
                <a:solidFill>
                  <a:srgbClr val="FFFFFF"/>
                </a:solidFill>
                <a:latin typeface="Arial"/>
                <a:ea typeface="Arial"/>
                <a:cs typeface="Arial"/>
                <a:sym typeface="Arial"/>
              </a:rPr>
              <a:t>2024</a:t>
            </a:r>
            <a:endParaRPr lang="en-US" sz="1100"/>
          </a:p>
        </p:txBody>
      </p:sp>
      <p:sp>
        <p:nvSpPr>
          <p:cNvPr id="5" name="AutoShape 5"/>
          <p:cNvSpPr/>
          <p:nvPr/>
        </p:nvSpPr>
        <p:spPr>
          <a:xfrm>
            <a:off x="889668" y="3641142"/>
            <a:ext cx="1270000" cy="431800"/>
          </a:xfrm>
          <a:prstGeom prst="roundRect">
            <a:avLst/>
          </a:prstGeom>
          <a:solidFill>
            <a:srgbClr val="4E6EFD">
              <a:alpha val="100000"/>
            </a:srgbClr>
          </a:solidFill>
          <a:ln w="25400">
            <a:noFill/>
            <a:prstDash val="solid"/>
          </a:ln>
        </p:spPr>
        <p:txBody>
          <a:bodyPr lIns="127000" tIns="127000" rIns="127000" bIns="127000" rtlCol="0" anchor="ctr"/>
          <a:lstStyle/>
          <a:p>
            <a:pPr indent="0" algn="ctr">
              <a:lnSpc>
                <a:spcPct val="100000"/>
              </a:lnSpc>
              <a:defRPr/>
            </a:pPr>
            <a:r>
              <a:rPr lang="en-US" sz="1400" b="1" i="0" u="none" strike="noStrike">
                <a:solidFill>
                  <a:srgbClr val="FFFFFF"/>
                </a:solidFill>
                <a:latin typeface="Arial"/>
                <a:ea typeface="Arial"/>
                <a:cs typeface="Arial"/>
                <a:sym typeface="Arial"/>
              </a:rPr>
              <a:t>2022-2023</a:t>
            </a:r>
            <a:endParaRPr lang="en-US" sz="1100"/>
          </a:p>
        </p:txBody>
      </p:sp>
      <p:sp>
        <p:nvSpPr>
          <p:cNvPr id="6" name="AutoShape 6"/>
          <p:cNvSpPr/>
          <p:nvPr/>
        </p:nvSpPr>
        <p:spPr>
          <a:xfrm>
            <a:off x="889668" y="2447556"/>
            <a:ext cx="1270000" cy="431800"/>
          </a:xfrm>
          <a:prstGeom prst="roundRect">
            <a:avLst/>
          </a:prstGeom>
          <a:solidFill>
            <a:srgbClr val="4E6EFD">
              <a:alpha val="100000"/>
            </a:srgbClr>
          </a:solidFill>
          <a:ln w="25400">
            <a:noFill/>
            <a:prstDash val="solid"/>
          </a:ln>
        </p:spPr>
        <p:txBody>
          <a:bodyPr lIns="127000" tIns="127000" rIns="127000" bIns="127000" rtlCol="0" anchor="ctr"/>
          <a:lstStyle/>
          <a:p>
            <a:pPr indent="0" algn="ctr">
              <a:lnSpc>
                <a:spcPct val="100000"/>
              </a:lnSpc>
              <a:defRPr/>
            </a:pPr>
            <a:r>
              <a:rPr lang="en-US" sz="1400" b="1" i="0" u="none" strike="noStrike">
                <a:solidFill>
                  <a:srgbClr val="FFFFFF"/>
                </a:solidFill>
                <a:latin typeface="Arial"/>
                <a:ea typeface="Arial"/>
                <a:cs typeface="Arial"/>
                <a:sym typeface="Arial"/>
              </a:rPr>
              <a:t>2020-2021</a:t>
            </a:r>
            <a:endParaRPr lang="en-US" sz="1100"/>
          </a:p>
        </p:txBody>
      </p:sp>
      <p:sp>
        <p:nvSpPr>
          <p:cNvPr id="7" name="AutoShape 7"/>
          <p:cNvSpPr>
            <a:spLocks noGrp="1"/>
          </p:cNvSpPr>
          <p:nvPr>
            <p:ph type="body" sz="quarter" idx="272" hasCustomPrompt="1"/>
          </p:nvPr>
        </p:nvSpPr>
        <p:spPr>
          <a:xfrm>
            <a:off x="2685112" y="2511056"/>
            <a:ext cx="2032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8" name="AutoShape 8"/>
          <p:cNvSpPr>
            <a:spLocks noGrp="1"/>
          </p:cNvSpPr>
          <p:nvPr>
            <p:ph type="body" sz="quarter" idx="273" hasCustomPrompt="1"/>
          </p:nvPr>
        </p:nvSpPr>
        <p:spPr>
          <a:xfrm>
            <a:off x="5207000" y="2320556"/>
            <a:ext cx="6096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9" name="AutoShape 9"/>
          <p:cNvSpPr>
            <a:spLocks noGrp="1"/>
          </p:cNvSpPr>
          <p:nvPr>
            <p:ph type="body" sz="quarter" idx="274" hasCustomPrompt="1"/>
          </p:nvPr>
        </p:nvSpPr>
        <p:spPr>
          <a:xfrm>
            <a:off x="5207000" y="3514142"/>
            <a:ext cx="6096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10" name="AutoShape 10"/>
          <p:cNvSpPr>
            <a:spLocks noGrp="1"/>
          </p:cNvSpPr>
          <p:nvPr>
            <p:ph type="body" sz="quarter" idx="275" hasCustomPrompt="1"/>
          </p:nvPr>
        </p:nvSpPr>
        <p:spPr>
          <a:xfrm>
            <a:off x="2685112" y="3704642"/>
            <a:ext cx="2032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11" name="AutoShape 11"/>
          <p:cNvSpPr>
            <a:spLocks noGrp="1"/>
          </p:cNvSpPr>
          <p:nvPr>
            <p:ph type="body" sz="quarter" idx="276" hasCustomPrompt="1"/>
          </p:nvPr>
        </p:nvSpPr>
        <p:spPr>
          <a:xfrm>
            <a:off x="5207000" y="4707729"/>
            <a:ext cx="6096000"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12" name="AutoShape 12"/>
          <p:cNvSpPr>
            <a:spLocks noGrp="1"/>
          </p:cNvSpPr>
          <p:nvPr>
            <p:ph type="body" sz="quarter" idx="277" hasCustomPrompt="1"/>
          </p:nvPr>
        </p:nvSpPr>
        <p:spPr>
          <a:xfrm>
            <a:off x="2685112" y="4898229"/>
            <a:ext cx="2032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Layout 38">
    <p:spTree>
      <p:nvGrpSpPr>
        <p:cNvPr id="1" name=""/>
        <p:cNvGrpSpPr/>
        <p:nvPr/>
      </p:nvGrpSpPr>
      <p:grpSpPr>
        <a:xfrm>
          <a:off x="0" y="0"/>
          <a:ext cx="0" cy="0"/>
          <a:chOff x="0" y="0"/>
          <a:chExt cx="0" cy="0"/>
        </a:xfrm>
      </p:grpSpPr>
      <p:sp>
        <p:nvSpPr>
          <p:cNvPr id="2" name="AutoShape 2"/>
          <p:cNvSpPr>
            <a:spLocks noGrp="1"/>
          </p:cNvSpPr>
          <p:nvPr>
            <p:ph type="pic" sz="quarter" idx="278"/>
          </p:nvPr>
        </p:nvSpPr>
        <p:spPr>
          <a:xfrm>
            <a:off x="6769100" y="0"/>
            <a:ext cx="5422900" cy="6858000"/>
          </a:xfrm>
          <a:prstGeom prst="rect">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3" name="AutoShape 3"/>
          <p:cNvSpPr>
            <a:spLocks noGrp="1"/>
          </p:cNvSpPr>
          <p:nvPr>
            <p:ph type="body" sz="quarter" idx="279" hasCustomPrompt="1"/>
          </p:nvPr>
        </p:nvSpPr>
        <p:spPr>
          <a:xfrm>
            <a:off x="890337" y="889000"/>
            <a:ext cx="4953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Layout 39">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l="22281" t="2747" r="22702"/>
          <a:stretch>
            <a:fillRect/>
          </a:stretch>
        </p:blipFill>
        <p:spPr>
          <a:xfrm>
            <a:off x="7734547" y="960394"/>
            <a:ext cx="2465042" cy="4937212"/>
          </a:xfrm>
          <a:prstGeom prst="roundRect">
            <a:avLst>
              <a:gd name="adj" fmla="val 0"/>
            </a:avLst>
          </a:prstGeom>
          <a:ln>
            <a:noFill/>
            <a:prstDash val="solid"/>
          </a:ln>
        </p:spPr>
      </p:pic>
      <p:sp>
        <p:nvSpPr>
          <p:cNvPr id="3" name="AutoShape 3"/>
          <p:cNvSpPr>
            <a:spLocks noGrp="1"/>
          </p:cNvSpPr>
          <p:nvPr>
            <p:ph type="pic" sz="quarter" idx="280"/>
          </p:nvPr>
        </p:nvSpPr>
        <p:spPr>
          <a:xfrm>
            <a:off x="7951068" y="1123950"/>
            <a:ext cx="2057400" cy="4483100"/>
          </a:xfrm>
          <a:prstGeom prst="roundRect">
            <a:avLst>
              <a:gd name="adj" fmla="val 1358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body" sz="quarter" idx="281" hasCustomPrompt="1"/>
          </p:nvPr>
        </p:nvSpPr>
        <p:spPr>
          <a:xfrm>
            <a:off x="890617" y="3111500"/>
            <a:ext cx="5991394"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5" name="AutoShape 5"/>
          <p:cNvSpPr>
            <a:spLocks noGrp="1"/>
          </p:cNvSpPr>
          <p:nvPr>
            <p:ph type="body" sz="quarter" idx="282" hasCustomPrompt="1"/>
          </p:nvPr>
        </p:nvSpPr>
        <p:spPr>
          <a:xfrm>
            <a:off x="889000" y="2603500"/>
            <a:ext cx="5993011"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Layout 40">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l="22281" t="2747" r="22702"/>
          <a:stretch>
            <a:fillRect/>
          </a:stretch>
        </p:blipFill>
        <p:spPr>
          <a:xfrm>
            <a:off x="6718547" y="960394"/>
            <a:ext cx="4011564" cy="8034728"/>
          </a:xfrm>
          <a:prstGeom prst="roundRect">
            <a:avLst>
              <a:gd name="adj" fmla="val 0"/>
            </a:avLst>
          </a:prstGeom>
          <a:ln>
            <a:noFill/>
            <a:prstDash val="solid"/>
          </a:ln>
        </p:spPr>
      </p:pic>
      <p:sp>
        <p:nvSpPr>
          <p:cNvPr id="3" name="AutoShape 3"/>
          <p:cNvSpPr>
            <a:spLocks noGrp="1"/>
          </p:cNvSpPr>
          <p:nvPr>
            <p:ph type="pic" sz="quarter" idx="283"/>
          </p:nvPr>
        </p:nvSpPr>
        <p:spPr>
          <a:xfrm>
            <a:off x="7070909" y="1201162"/>
            <a:ext cx="3348175" cy="7295715"/>
          </a:xfrm>
          <a:prstGeom prst="roundRect">
            <a:avLst>
              <a:gd name="adj" fmla="val 14413"/>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body" sz="quarter" idx="284" hasCustomPrompt="1"/>
          </p:nvPr>
        </p:nvSpPr>
        <p:spPr>
          <a:xfrm>
            <a:off x="889000" y="889000"/>
            <a:ext cx="4572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5" name="AutoShape 5"/>
          <p:cNvSpPr>
            <a:spLocks noGrp="1"/>
          </p:cNvSpPr>
          <p:nvPr>
            <p:ph type="body" sz="quarter" idx="285" hasCustomPrompt="1"/>
          </p:nvPr>
        </p:nvSpPr>
        <p:spPr>
          <a:xfrm>
            <a:off x="889000" y="2301964"/>
            <a:ext cx="4572000" cy="457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6" name="AutoShape 6"/>
          <p:cNvSpPr>
            <a:spLocks noGrp="1"/>
          </p:cNvSpPr>
          <p:nvPr>
            <p:ph type="body" sz="quarter" idx="286" hasCustomPrompt="1"/>
          </p:nvPr>
        </p:nvSpPr>
        <p:spPr>
          <a:xfrm>
            <a:off x="889000" y="1869907"/>
            <a:ext cx="4572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7" name="AutoShape 7"/>
          <p:cNvSpPr>
            <a:spLocks noGrp="1"/>
          </p:cNvSpPr>
          <p:nvPr>
            <p:ph type="body" sz="quarter" idx="287" hasCustomPrompt="1"/>
          </p:nvPr>
        </p:nvSpPr>
        <p:spPr>
          <a:xfrm>
            <a:off x="889000" y="3775834"/>
            <a:ext cx="4572000" cy="457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8" name="AutoShape 8"/>
          <p:cNvSpPr>
            <a:spLocks noGrp="1"/>
          </p:cNvSpPr>
          <p:nvPr>
            <p:ph type="body" sz="quarter" idx="288" hasCustomPrompt="1"/>
          </p:nvPr>
        </p:nvSpPr>
        <p:spPr>
          <a:xfrm>
            <a:off x="889000" y="3343777"/>
            <a:ext cx="4572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9" name="AutoShape 9"/>
          <p:cNvSpPr>
            <a:spLocks noGrp="1"/>
          </p:cNvSpPr>
          <p:nvPr>
            <p:ph type="body" sz="quarter" idx="289" hasCustomPrompt="1"/>
          </p:nvPr>
        </p:nvSpPr>
        <p:spPr>
          <a:xfrm>
            <a:off x="889000" y="5195766"/>
            <a:ext cx="4572000" cy="4572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0" name="AutoShape 10"/>
          <p:cNvSpPr>
            <a:spLocks noGrp="1"/>
          </p:cNvSpPr>
          <p:nvPr>
            <p:ph type="body" sz="quarter" idx="290" hasCustomPrompt="1"/>
          </p:nvPr>
        </p:nvSpPr>
        <p:spPr>
          <a:xfrm>
            <a:off x="889000" y="4763709"/>
            <a:ext cx="4572000"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Layout 41">
    <p:spTree>
      <p:nvGrpSpPr>
        <p:cNvPr id="1" name=""/>
        <p:cNvGrpSpPr/>
        <p:nvPr/>
      </p:nvGrpSpPr>
      <p:grpSpPr>
        <a:xfrm>
          <a:off x="0" y="0"/>
          <a:ext cx="0" cy="0"/>
          <a:chOff x="0" y="0"/>
          <a:chExt cx="0" cy="0"/>
        </a:xfrm>
      </p:grpSpPr>
      <p:cxnSp>
        <p:nvCxnSpPr>
          <p:cNvPr id="2" name="Connector 2"/>
          <p:cNvCxnSpPr/>
          <p:nvPr/>
        </p:nvCxnSpPr>
        <p:spPr>
          <a:xfrm rot="10800000">
            <a:off x="4065523" y="2103394"/>
            <a:ext cx="884032" cy="0"/>
          </a:xfrm>
          <a:prstGeom prst="line">
            <a:avLst/>
          </a:prstGeom>
          <a:solidFill>
            <a:srgbClr val="DEE0E3">
              <a:alpha val="100000"/>
            </a:srgbClr>
          </a:solidFill>
          <a:ln w="12700">
            <a:solidFill>
              <a:srgbClr val="64666B">
                <a:alpha val="100000"/>
              </a:srgbClr>
            </a:solidFill>
            <a:prstDash val="solid"/>
            <a:headEnd type="oval" w="med" len="med"/>
            <a:tailEnd type="none" w="med" len="med"/>
          </a:ln>
        </p:spPr>
      </p:cxnSp>
      <p:cxnSp>
        <p:nvCxnSpPr>
          <p:cNvPr id="3" name="Connector 3"/>
          <p:cNvCxnSpPr/>
          <p:nvPr/>
        </p:nvCxnSpPr>
        <p:spPr>
          <a:xfrm rot="10800000">
            <a:off x="4065523" y="3543300"/>
            <a:ext cx="884032" cy="0"/>
          </a:xfrm>
          <a:prstGeom prst="line">
            <a:avLst/>
          </a:prstGeom>
          <a:solidFill>
            <a:srgbClr val="DEE0E3">
              <a:alpha val="100000"/>
            </a:srgbClr>
          </a:solidFill>
          <a:ln w="12700">
            <a:solidFill>
              <a:srgbClr val="64666B">
                <a:alpha val="100000"/>
              </a:srgbClr>
            </a:solidFill>
            <a:prstDash val="solid"/>
            <a:headEnd type="oval" w="med" len="med"/>
            <a:tailEnd type="none" w="med" len="med"/>
          </a:ln>
        </p:spPr>
      </p:cxnSp>
      <p:cxnSp>
        <p:nvCxnSpPr>
          <p:cNvPr id="4" name="Connector 4"/>
          <p:cNvCxnSpPr/>
          <p:nvPr/>
        </p:nvCxnSpPr>
        <p:spPr>
          <a:xfrm rot="10800000">
            <a:off x="4065523" y="4983206"/>
            <a:ext cx="884032" cy="0"/>
          </a:xfrm>
          <a:prstGeom prst="line">
            <a:avLst/>
          </a:prstGeom>
          <a:solidFill>
            <a:srgbClr val="DEE0E3">
              <a:alpha val="100000"/>
            </a:srgbClr>
          </a:solidFill>
          <a:ln w="12700">
            <a:solidFill>
              <a:srgbClr val="64666B">
                <a:alpha val="100000"/>
              </a:srgbClr>
            </a:solidFill>
            <a:prstDash val="solid"/>
            <a:headEnd type="oval" w="med" len="med"/>
            <a:tailEnd type="none" w="med" len="med"/>
          </a:ln>
        </p:spPr>
      </p:cxnSp>
      <p:cxnSp>
        <p:nvCxnSpPr>
          <p:cNvPr id="5" name="Connector 5"/>
          <p:cNvCxnSpPr/>
          <p:nvPr/>
        </p:nvCxnSpPr>
        <p:spPr>
          <a:xfrm>
            <a:off x="7277721" y="2773030"/>
            <a:ext cx="884032" cy="0"/>
          </a:xfrm>
          <a:prstGeom prst="line">
            <a:avLst/>
          </a:prstGeom>
          <a:solidFill>
            <a:srgbClr val="DEE0E3">
              <a:alpha val="100000"/>
            </a:srgbClr>
          </a:solidFill>
          <a:ln w="12700">
            <a:solidFill>
              <a:srgbClr val="64666B">
                <a:alpha val="100000"/>
              </a:srgbClr>
            </a:solidFill>
            <a:prstDash val="solid"/>
            <a:headEnd type="oval" w="med" len="med"/>
            <a:tailEnd type="none" w="med" len="med"/>
          </a:ln>
        </p:spPr>
      </p:cxnSp>
      <p:cxnSp>
        <p:nvCxnSpPr>
          <p:cNvPr id="6" name="Connector 6"/>
          <p:cNvCxnSpPr/>
          <p:nvPr/>
        </p:nvCxnSpPr>
        <p:spPr>
          <a:xfrm>
            <a:off x="7277721" y="4068806"/>
            <a:ext cx="884032" cy="0"/>
          </a:xfrm>
          <a:prstGeom prst="line">
            <a:avLst/>
          </a:prstGeom>
          <a:solidFill>
            <a:srgbClr val="DEE0E3">
              <a:alpha val="100000"/>
            </a:srgbClr>
          </a:solidFill>
          <a:ln w="12700">
            <a:solidFill>
              <a:srgbClr val="64666B">
                <a:alpha val="100000"/>
              </a:srgbClr>
            </a:solidFill>
            <a:prstDash val="solid"/>
            <a:headEnd type="oval" w="med" len="med"/>
            <a:tailEnd type="none" w="med" len="med"/>
          </a:ln>
        </p:spPr>
      </p:cxnSp>
      <p:pic>
        <p:nvPicPr>
          <p:cNvPr id="7" name="Picture 7"/>
          <p:cNvPicPr>
            <a:picLocks noChangeAspect="1"/>
          </p:cNvPicPr>
          <p:nvPr/>
        </p:nvPicPr>
        <p:blipFill>
          <a:blip r:embed="rId2"/>
          <a:srcRect l="22281" t="2747" r="22702"/>
          <a:stretch>
            <a:fillRect/>
          </a:stretch>
        </p:blipFill>
        <p:spPr>
          <a:xfrm>
            <a:off x="4863479" y="1049294"/>
            <a:ext cx="2465042" cy="4937212"/>
          </a:xfrm>
          <a:prstGeom prst="roundRect">
            <a:avLst>
              <a:gd name="adj" fmla="val 0"/>
            </a:avLst>
          </a:prstGeom>
          <a:ln>
            <a:noFill/>
            <a:prstDash val="solid"/>
          </a:ln>
        </p:spPr>
      </p:pic>
      <p:sp>
        <p:nvSpPr>
          <p:cNvPr id="8" name="AutoShape 8"/>
          <p:cNvSpPr>
            <a:spLocks noGrp="1"/>
          </p:cNvSpPr>
          <p:nvPr>
            <p:ph type="pic" sz="quarter" idx="291"/>
          </p:nvPr>
        </p:nvSpPr>
        <p:spPr>
          <a:xfrm>
            <a:off x="5080000" y="1212850"/>
            <a:ext cx="2057400" cy="4483100"/>
          </a:xfrm>
          <a:prstGeom prst="roundRect">
            <a:avLst>
              <a:gd name="adj" fmla="val 1358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9" name="AutoShape 9"/>
          <p:cNvSpPr>
            <a:spLocks noGrp="1"/>
          </p:cNvSpPr>
          <p:nvPr>
            <p:ph type="body" sz="quarter" idx="292" hasCustomPrompt="1"/>
          </p:nvPr>
        </p:nvSpPr>
        <p:spPr>
          <a:xfrm>
            <a:off x="890337" y="1658894"/>
            <a:ext cx="3048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0" name="AutoShape 10"/>
          <p:cNvSpPr>
            <a:spLocks noGrp="1"/>
          </p:cNvSpPr>
          <p:nvPr>
            <p:ph type="body" sz="quarter" idx="293" hasCustomPrompt="1"/>
          </p:nvPr>
        </p:nvSpPr>
        <p:spPr>
          <a:xfrm>
            <a:off x="890337" y="3086100"/>
            <a:ext cx="3048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1" name="AutoShape 11"/>
          <p:cNvSpPr>
            <a:spLocks noGrp="1"/>
          </p:cNvSpPr>
          <p:nvPr>
            <p:ph type="body" sz="quarter" idx="294" hasCustomPrompt="1"/>
          </p:nvPr>
        </p:nvSpPr>
        <p:spPr>
          <a:xfrm>
            <a:off x="890337" y="4526006"/>
            <a:ext cx="3048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2" name="AutoShape 12"/>
          <p:cNvSpPr>
            <a:spLocks noGrp="1"/>
          </p:cNvSpPr>
          <p:nvPr>
            <p:ph type="body" sz="quarter" idx="295" hasCustomPrompt="1"/>
          </p:nvPr>
        </p:nvSpPr>
        <p:spPr>
          <a:xfrm>
            <a:off x="8302074" y="2289947"/>
            <a:ext cx="3048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3" name="AutoShape 13"/>
          <p:cNvSpPr>
            <a:spLocks noGrp="1"/>
          </p:cNvSpPr>
          <p:nvPr>
            <p:ph type="body" sz="quarter" idx="296" hasCustomPrompt="1"/>
          </p:nvPr>
        </p:nvSpPr>
        <p:spPr>
          <a:xfrm>
            <a:off x="8302074" y="3602853"/>
            <a:ext cx="3048000" cy="9144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Layout 42">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l="22281" t="2747" r="22702"/>
          <a:stretch>
            <a:fillRect/>
          </a:stretch>
        </p:blipFill>
        <p:spPr>
          <a:xfrm>
            <a:off x="850279" y="1049294"/>
            <a:ext cx="2465042" cy="4937212"/>
          </a:xfrm>
          <a:prstGeom prst="roundRect">
            <a:avLst>
              <a:gd name="adj" fmla="val 0"/>
            </a:avLst>
          </a:prstGeom>
          <a:ln>
            <a:noFill/>
            <a:prstDash val="solid"/>
          </a:ln>
        </p:spPr>
      </p:pic>
      <p:sp>
        <p:nvSpPr>
          <p:cNvPr id="3" name="AutoShape 3"/>
          <p:cNvSpPr>
            <a:spLocks noGrp="1"/>
          </p:cNvSpPr>
          <p:nvPr>
            <p:ph type="pic" sz="quarter" idx="297"/>
          </p:nvPr>
        </p:nvSpPr>
        <p:spPr>
          <a:xfrm>
            <a:off x="1066800" y="1212850"/>
            <a:ext cx="2057400" cy="4483100"/>
          </a:xfrm>
          <a:prstGeom prst="roundRect">
            <a:avLst>
              <a:gd name="adj" fmla="val 1358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pic>
        <p:nvPicPr>
          <p:cNvPr id="4" name="Picture 4"/>
          <p:cNvPicPr>
            <a:picLocks noChangeAspect="1"/>
          </p:cNvPicPr>
          <p:nvPr/>
        </p:nvPicPr>
        <p:blipFill>
          <a:blip r:embed="rId2"/>
          <a:srcRect l="22281" t="2747" r="22702"/>
          <a:stretch>
            <a:fillRect/>
          </a:stretch>
        </p:blipFill>
        <p:spPr>
          <a:xfrm>
            <a:off x="3503958" y="1049294"/>
            <a:ext cx="2465042" cy="4937212"/>
          </a:xfrm>
          <a:prstGeom prst="roundRect">
            <a:avLst>
              <a:gd name="adj" fmla="val 0"/>
            </a:avLst>
          </a:prstGeom>
          <a:ln>
            <a:noFill/>
            <a:prstDash val="solid"/>
          </a:ln>
        </p:spPr>
      </p:pic>
      <p:sp>
        <p:nvSpPr>
          <p:cNvPr id="5" name="AutoShape 5"/>
          <p:cNvSpPr>
            <a:spLocks noGrp="1"/>
          </p:cNvSpPr>
          <p:nvPr>
            <p:ph type="pic" sz="quarter" idx="298"/>
          </p:nvPr>
        </p:nvSpPr>
        <p:spPr>
          <a:xfrm>
            <a:off x="3720479" y="1212850"/>
            <a:ext cx="2057400" cy="4483100"/>
          </a:xfrm>
          <a:prstGeom prst="roundRect">
            <a:avLst>
              <a:gd name="adj" fmla="val 13580"/>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grpSp>
        <p:nvGrpSpPr>
          <p:cNvPr id="6" name="Group 6"/>
          <p:cNvGrpSpPr/>
          <p:nvPr/>
        </p:nvGrpSpPr>
        <p:grpSpPr>
          <a:xfrm>
            <a:off x="6565279" y="2674761"/>
            <a:ext cx="584200" cy="584200"/>
            <a:chOff x="6565279" y="2674761"/>
            <a:chExt cx="584200" cy="584200"/>
          </a:xfrm>
        </p:grpSpPr>
        <p:sp>
          <p:nvSpPr>
            <p:cNvPr id="7" name="AutoShape 7"/>
            <p:cNvSpPr/>
            <p:nvPr/>
          </p:nvSpPr>
          <p:spPr>
            <a:xfrm>
              <a:off x="6565279" y="2674761"/>
              <a:ext cx="584200" cy="584200"/>
            </a:xfrm>
            <a:prstGeom prst="roundRect">
              <a:avLst>
                <a:gd name="adj" fmla="val 50000"/>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04979" y="2814461"/>
            <a:ext cx="304800" cy="304800"/>
          </a:xfrm>
          <a:prstGeom prst="rect">
            <a:avLst/>
          </a:prstGeom>
        </p:spPr>
      </p:pic>
      <p:grpSp>
        <p:nvGrpSpPr>
          <p:cNvPr id="9" name="Group 9"/>
          <p:cNvGrpSpPr/>
          <p:nvPr/>
        </p:nvGrpSpPr>
        <p:grpSpPr>
          <a:xfrm>
            <a:off x="6565279" y="4202951"/>
            <a:ext cx="584200" cy="584200"/>
            <a:chOff x="6565279" y="4202951"/>
            <a:chExt cx="584200" cy="584200"/>
          </a:xfrm>
        </p:grpSpPr>
        <p:sp>
          <p:nvSpPr>
            <p:cNvPr id="10" name="AutoShape 10"/>
            <p:cNvSpPr/>
            <p:nvPr/>
          </p:nvSpPr>
          <p:spPr>
            <a:xfrm>
              <a:off x="6565279" y="4202951"/>
              <a:ext cx="584200" cy="584200"/>
            </a:xfrm>
            <a:prstGeom prst="roundRect">
              <a:avLst>
                <a:gd name="adj" fmla="val 50000"/>
              </a:avLst>
            </a:prstGeom>
            <a:solidFill>
              <a:srgbClr val="4E6EFD">
                <a:alpha val="100000"/>
              </a:srgbClr>
            </a:solidFill>
            <a:ln w="25400">
              <a:noFill/>
              <a:prstDash val="solid"/>
            </a:ln>
          </p:spPr>
          <p:txBody>
            <a:bodyPr lIns="127000" tIns="127000" rIns="127000" bIns="127000" rtlCol="0" anchor="ctr"/>
            <a:lstStyle/>
            <a:p>
              <a:pPr algn="ctr">
                <a:defRPr/>
              </a:pPr>
              <a:endParaRPr/>
            </a:p>
          </p:txBody>
        </p:sp>
      </p:gr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04979" y="4342651"/>
            <a:ext cx="304800" cy="304800"/>
          </a:xfrm>
          <a:prstGeom prst="rect">
            <a:avLst/>
          </a:prstGeom>
        </p:spPr>
      </p:pic>
      <p:sp>
        <p:nvSpPr>
          <p:cNvPr id="12" name="AutoShape 12"/>
          <p:cNvSpPr>
            <a:spLocks noGrp="1"/>
          </p:cNvSpPr>
          <p:nvPr>
            <p:ph type="body" sz="quarter" idx="299" hasCustomPrompt="1"/>
          </p:nvPr>
        </p:nvSpPr>
        <p:spPr>
          <a:xfrm>
            <a:off x="6582684" y="1718199"/>
            <a:ext cx="4699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标题和描述</a:t>
            </a:r>
          </a:p>
        </p:txBody>
      </p:sp>
      <p:sp>
        <p:nvSpPr>
          <p:cNvPr id="13" name="AutoShape 13"/>
          <p:cNvSpPr>
            <a:spLocks noGrp="1"/>
          </p:cNvSpPr>
          <p:nvPr>
            <p:ph type="body" sz="quarter" idx="300" hasCustomPrompt="1"/>
          </p:nvPr>
        </p:nvSpPr>
        <p:spPr>
          <a:xfrm>
            <a:off x="7344015" y="3100404"/>
            <a:ext cx="3937668"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4" name="AutoShape 14"/>
          <p:cNvSpPr>
            <a:spLocks noGrp="1"/>
          </p:cNvSpPr>
          <p:nvPr>
            <p:ph type="body" sz="quarter" idx="301" hasCustomPrompt="1"/>
          </p:nvPr>
        </p:nvSpPr>
        <p:spPr>
          <a:xfrm>
            <a:off x="7344015" y="2668346"/>
            <a:ext cx="3937668"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15" name="AutoShape 15"/>
          <p:cNvSpPr>
            <a:spLocks noGrp="1"/>
          </p:cNvSpPr>
          <p:nvPr>
            <p:ph type="body" sz="quarter" idx="302" hasCustomPrompt="1"/>
          </p:nvPr>
        </p:nvSpPr>
        <p:spPr>
          <a:xfrm>
            <a:off x="7344015" y="4631801"/>
            <a:ext cx="3937668" cy="6858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a:t>
            </a:r>
          </a:p>
        </p:txBody>
      </p:sp>
      <p:sp>
        <p:nvSpPr>
          <p:cNvPr id="16" name="AutoShape 16"/>
          <p:cNvSpPr>
            <a:spLocks noGrp="1"/>
          </p:cNvSpPr>
          <p:nvPr>
            <p:ph type="body" sz="quarter" idx="303" hasCustomPrompt="1"/>
          </p:nvPr>
        </p:nvSpPr>
        <p:spPr>
          <a:xfrm>
            <a:off x="7344015" y="4199744"/>
            <a:ext cx="3937668" cy="304800"/>
          </a:xfrm>
          <a:prstGeom prst="rect">
            <a:avLst/>
          </a:prstGeom>
          <a:noFill/>
          <a:ln w="12700">
            <a:noFill/>
            <a:prstDash val="solid"/>
          </a:ln>
          <a:effectLst/>
        </p:spPr>
        <p:txBody>
          <a:bodyPr wrap="square" lIns="0" tIns="0" rIns="0" bIns="0" anchor="ctr">
            <a:noAutofit/>
          </a:bodyPr>
          <a:lstStyle>
            <a:lvl1pPr algn="l">
              <a:lnSpc>
                <a:spcPct val="125000"/>
              </a:lnSpc>
              <a:defRPr sz="1600" b="1" i="0" u="none" strike="noStrike">
                <a:solidFill>
                  <a:srgbClr val="1F2329">
                    <a:alpha val="100000"/>
                  </a:srgbClr>
                </a:solidFill>
                <a:latin typeface="Noto Sans SC"/>
              </a:defRPr>
            </a:lvl1pPr>
          </a:lstStyle>
          <a:p>
            <a:pPr indent="0" algn="l">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Layout 43">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l="22281" t="2747" r="22702"/>
          <a:stretch>
            <a:fillRect/>
          </a:stretch>
        </p:blipFill>
        <p:spPr>
          <a:xfrm>
            <a:off x="1455423" y="889000"/>
            <a:ext cx="1917220" cy="3839983"/>
          </a:xfrm>
          <a:prstGeom prst="roundRect">
            <a:avLst>
              <a:gd name="adj" fmla="val 0"/>
            </a:avLst>
          </a:prstGeom>
          <a:ln>
            <a:noFill/>
            <a:prstDash val="solid"/>
          </a:ln>
        </p:spPr>
      </p:pic>
      <p:pic>
        <p:nvPicPr>
          <p:cNvPr id="3" name="Picture 3"/>
          <p:cNvPicPr>
            <a:picLocks noChangeAspect="1"/>
          </p:cNvPicPr>
          <p:nvPr/>
        </p:nvPicPr>
        <p:blipFill>
          <a:blip r:embed="rId2"/>
          <a:srcRect l="22281" t="2747" r="22702"/>
          <a:stretch>
            <a:fillRect/>
          </a:stretch>
        </p:blipFill>
        <p:spPr>
          <a:xfrm>
            <a:off x="5137724" y="889000"/>
            <a:ext cx="1917220" cy="3839983"/>
          </a:xfrm>
          <a:prstGeom prst="roundRect">
            <a:avLst>
              <a:gd name="adj" fmla="val 0"/>
            </a:avLst>
          </a:prstGeom>
          <a:ln>
            <a:noFill/>
            <a:prstDash val="solid"/>
          </a:ln>
        </p:spPr>
      </p:pic>
      <p:pic>
        <p:nvPicPr>
          <p:cNvPr id="4" name="Picture 4"/>
          <p:cNvPicPr>
            <a:picLocks noChangeAspect="1"/>
          </p:cNvPicPr>
          <p:nvPr/>
        </p:nvPicPr>
        <p:blipFill>
          <a:blip r:embed="rId2"/>
          <a:srcRect l="22281" t="2747" r="22702"/>
          <a:stretch>
            <a:fillRect/>
          </a:stretch>
        </p:blipFill>
        <p:spPr>
          <a:xfrm>
            <a:off x="8820026" y="889000"/>
            <a:ext cx="1917220" cy="3839983"/>
          </a:xfrm>
          <a:prstGeom prst="roundRect">
            <a:avLst>
              <a:gd name="adj" fmla="val 0"/>
            </a:avLst>
          </a:prstGeom>
          <a:ln>
            <a:noFill/>
            <a:prstDash val="solid"/>
          </a:ln>
        </p:spPr>
      </p:pic>
      <p:sp>
        <p:nvSpPr>
          <p:cNvPr id="5" name="AutoShape 5"/>
          <p:cNvSpPr>
            <a:spLocks noGrp="1"/>
          </p:cNvSpPr>
          <p:nvPr>
            <p:ph type="pic" sz="quarter" idx="304"/>
          </p:nvPr>
        </p:nvSpPr>
        <p:spPr>
          <a:xfrm>
            <a:off x="1613933" y="995689"/>
            <a:ext cx="1612900" cy="3514529"/>
          </a:xfrm>
          <a:prstGeom prst="roundRect">
            <a:avLst>
              <a:gd name="adj" fmla="val 14173"/>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6" name="AutoShape 6"/>
          <p:cNvSpPr>
            <a:spLocks noGrp="1"/>
          </p:cNvSpPr>
          <p:nvPr>
            <p:ph type="pic" sz="quarter" idx="305"/>
          </p:nvPr>
        </p:nvSpPr>
        <p:spPr>
          <a:xfrm>
            <a:off x="5295900" y="995689"/>
            <a:ext cx="1612900" cy="3514529"/>
          </a:xfrm>
          <a:prstGeom prst="roundRect">
            <a:avLst>
              <a:gd name="adj" fmla="val 14173"/>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7" name="AutoShape 7"/>
          <p:cNvSpPr>
            <a:spLocks noGrp="1"/>
          </p:cNvSpPr>
          <p:nvPr>
            <p:ph type="pic" sz="quarter" idx="306"/>
          </p:nvPr>
        </p:nvSpPr>
        <p:spPr>
          <a:xfrm>
            <a:off x="8978536" y="995689"/>
            <a:ext cx="1612900" cy="3514529"/>
          </a:xfrm>
          <a:prstGeom prst="roundRect">
            <a:avLst>
              <a:gd name="adj" fmla="val 14173"/>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8" name="AutoShape 8"/>
          <p:cNvSpPr>
            <a:spLocks noGrp="1"/>
          </p:cNvSpPr>
          <p:nvPr>
            <p:ph type="body" sz="quarter" idx="307" hasCustomPrompt="1"/>
          </p:nvPr>
        </p:nvSpPr>
        <p:spPr>
          <a:xfrm>
            <a:off x="889000" y="5267156"/>
            <a:ext cx="3048000" cy="685800"/>
          </a:xfrm>
          <a:prstGeom prst="rect">
            <a:avLst/>
          </a:prstGeom>
          <a:noFill/>
          <a:ln w="12700">
            <a:noFill/>
            <a:prstDash val="solid"/>
          </a:ln>
          <a:effectLst/>
        </p:spPr>
        <p:txBody>
          <a:bodyPr wrap="square" lIns="0" tIns="0" rIns="0" bIns="0" anchor="ctr">
            <a:noAutofit/>
          </a:bodyPr>
          <a:lstStyle>
            <a:lvl1pPr algn="ctr">
              <a:lnSpc>
                <a:spcPct val="125000"/>
              </a:lnSpc>
              <a:defRPr sz="1200" b="0" i="0" u="none" strike="noStrike">
                <a:solidFill>
                  <a:srgbClr val="64666B">
                    <a:alpha val="100000"/>
                  </a:srgbClr>
                </a:solidFill>
                <a:latin typeface="Noto Sans SC"/>
              </a:defRPr>
            </a:lvl1pPr>
          </a:lstStyle>
          <a:p>
            <a:pPr indent="0" algn="ctr">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9" name="AutoShape 9"/>
          <p:cNvSpPr>
            <a:spLocks noGrp="1"/>
          </p:cNvSpPr>
          <p:nvPr>
            <p:ph type="body" sz="quarter" idx="308" hasCustomPrompt="1"/>
          </p:nvPr>
        </p:nvSpPr>
        <p:spPr>
          <a:xfrm>
            <a:off x="889000" y="4835099"/>
            <a:ext cx="3049397" cy="304800"/>
          </a:xfrm>
          <a:prstGeom prst="rect">
            <a:avLst/>
          </a:prstGeom>
          <a:noFill/>
          <a:ln w="12700">
            <a:noFill/>
            <a:prstDash val="solid"/>
          </a:ln>
          <a:effectLst/>
        </p:spPr>
        <p:txBody>
          <a:bodyPr wrap="square" lIns="0" tIns="0" rIns="0" bIns="0" anchor="ctr">
            <a:noAutofit/>
          </a:bodyPr>
          <a:lstStyle>
            <a:lvl1pPr algn="ctr">
              <a:lnSpc>
                <a:spcPct val="125000"/>
              </a:lnSpc>
              <a:defRPr sz="1600" b="1" i="0" u="none" strike="noStrike">
                <a:solidFill>
                  <a:srgbClr val="1F2329">
                    <a:alpha val="100000"/>
                  </a:srgbClr>
                </a:solidFill>
                <a:latin typeface="Noto Sans SC"/>
              </a:defRPr>
            </a:lvl1pPr>
          </a:lstStyle>
          <a:p>
            <a:pPr indent="0" algn="ctr">
              <a:lnSpc>
                <a:spcPct val="125000"/>
              </a:lnSpc>
            </a:pPr>
            <a:r>
              <a:rPr lang="en-US" sz="1600" b="1" i="0" u="none" strike="noStrike">
                <a:solidFill>
                  <a:srgbClr val="1F2329"/>
                </a:solidFill>
                <a:latin typeface="Noto Sans SC"/>
                <a:ea typeface="Noto Sans SC"/>
                <a:cs typeface="Noto Sans SC"/>
                <a:sym typeface="Noto Sans SC"/>
              </a:rPr>
              <a:t>主题标题一</a:t>
            </a:r>
          </a:p>
        </p:txBody>
      </p:sp>
      <p:sp>
        <p:nvSpPr>
          <p:cNvPr id="10" name="AutoShape 10"/>
          <p:cNvSpPr>
            <a:spLocks noGrp="1"/>
          </p:cNvSpPr>
          <p:nvPr>
            <p:ph type="body" sz="quarter" idx="309" hasCustomPrompt="1"/>
          </p:nvPr>
        </p:nvSpPr>
        <p:spPr>
          <a:xfrm>
            <a:off x="4570572" y="5267156"/>
            <a:ext cx="3048000" cy="685800"/>
          </a:xfrm>
          <a:prstGeom prst="rect">
            <a:avLst/>
          </a:prstGeom>
          <a:noFill/>
          <a:ln w="12700">
            <a:noFill/>
            <a:prstDash val="solid"/>
          </a:ln>
          <a:effectLst/>
        </p:spPr>
        <p:txBody>
          <a:bodyPr wrap="square" lIns="0" tIns="0" rIns="0" bIns="0" anchor="ctr">
            <a:noAutofit/>
          </a:bodyPr>
          <a:lstStyle>
            <a:lvl1pPr algn="ctr">
              <a:lnSpc>
                <a:spcPct val="125000"/>
              </a:lnSpc>
              <a:defRPr sz="1200" b="0" i="0" u="none" strike="noStrike">
                <a:solidFill>
                  <a:srgbClr val="64666B">
                    <a:alpha val="100000"/>
                  </a:srgbClr>
                </a:solidFill>
                <a:latin typeface="Noto Sans SC"/>
              </a:defRPr>
            </a:lvl1pPr>
          </a:lstStyle>
          <a:p>
            <a:pPr indent="0" algn="ctr">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1" name="AutoShape 11"/>
          <p:cNvSpPr>
            <a:spLocks noGrp="1"/>
          </p:cNvSpPr>
          <p:nvPr>
            <p:ph type="body" sz="quarter" idx="310" hasCustomPrompt="1"/>
          </p:nvPr>
        </p:nvSpPr>
        <p:spPr>
          <a:xfrm>
            <a:off x="4570572" y="4835099"/>
            <a:ext cx="3049397" cy="304800"/>
          </a:xfrm>
          <a:prstGeom prst="rect">
            <a:avLst/>
          </a:prstGeom>
          <a:noFill/>
          <a:ln w="12700">
            <a:noFill/>
            <a:prstDash val="solid"/>
          </a:ln>
          <a:effectLst/>
        </p:spPr>
        <p:txBody>
          <a:bodyPr wrap="square" lIns="0" tIns="0" rIns="0" bIns="0" anchor="ctr">
            <a:noAutofit/>
          </a:bodyPr>
          <a:lstStyle>
            <a:lvl1pPr algn="ctr">
              <a:lnSpc>
                <a:spcPct val="125000"/>
              </a:lnSpc>
              <a:defRPr sz="1600" b="1" i="0" u="none" strike="noStrike">
                <a:solidFill>
                  <a:srgbClr val="1F2329">
                    <a:alpha val="100000"/>
                  </a:srgbClr>
                </a:solidFill>
                <a:latin typeface="Noto Sans SC"/>
              </a:defRPr>
            </a:lvl1pPr>
          </a:lstStyle>
          <a:p>
            <a:pPr indent="0" algn="ctr">
              <a:lnSpc>
                <a:spcPct val="125000"/>
              </a:lnSpc>
            </a:pPr>
            <a:r>
              <a:rPr lang="en-US" sz="1600" b="1" i="0" u="none" strike="noStrike">
                <a:solidFill>
                  <a:srgbClr val="1F2329"/>
                </a:solidFill>
                <a:latin typeface="Noto Sans SC"/>
                <a:ea typeface="Noto Sans SC"/>
                <a:cs typeface="Noto Sans SC"/>
                <a:sym typeface="Noto Sans SC"/>
              </a:rPr>
              <a:t>主题标题二</a:t>
            </a:r>
          </a:p>
        </p:txBody>
      </p:sp>
      <p:sp>
        <p:nvSpPr>
          <p:cNvPr id="12" name="AutoShape 12"/>
          <p:cNvSpPr>
            <a:spLocks noGrp="1"/>
          </p:cNvSpPr>
          <p:nvPr>
            <p:ph type="body" sz="quarter" idx="311" hasCustomPrompt="1"/>
          </p:nvPr>
        </p:nvSpPr>
        <p:spPr>
          <a:xfrm>
            <a:off x="8253542" y="5267156"/>
            <a:ext cx="3048000" cy="685800"/>
          </a:xfrm>
          <a:prstGeom prst="rect">
            <a:avLst/>
          </a:prstGeom>
          <a:noFill/>
          <a:ln w="12700">
            <a:noFill/>
            <a:prstDash val="solid"/>
          </a:ln>
          <a:effectLst/>
        </p:spPr>
        <p:txBody>
          <a:bodyPr wrap="square" lIns="0" tIns="0" rIns="0" bIns="0" anchor="ctr">
            <a:noAutofit/>
          </a:bodyPr>
          <a:lstStyle>
            <a:lvl1pPr algn="ctr">
              <a:lnSpc>
                <a:spcPct val="125000"/>
              </a:lnSpc>
              <a:defRPr sz="1200" b="0" i="0" u="none" strike="noStrike">
                <a:solidFill>
                  <a:srgbClr val="64666B">
                    <a:alpha val="100000"/>
                  </a:srgbClr>
                </a:solidFill>
                <a:latin typeface="Noto Sans SC"/>
              </a:defRPr>
            </a:lvl1pPr>
          </a:lstStyle>
          <a:p>
            <a:pPr indent="0" algn="ctr">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a:t>
            </a:r>
          </a:p>
        </p:txBody>
      </p:sp>
      <p:sp>
        <p:nvSpPr>
          <p:cNvPr id="13" name="AutoShape 13"/>
          <p:cNvSpPr>
            <a:spLocks noGrp="1"/>
          </p:cNvSpPr>
          <p:nvPr>
            <p:ph type="body" sz="quarter" idx="312" hasCustomPrompt="1"/>
          </p:nvPr>
        </p:nvSpPr>
        <p:spPr>
          <a:xfrm>
            <a:off x="8253542" y="4835099"/>
            <a:ext cx="3049397" cy="304800"/>
          </a:xfrm>
          <a:prstGeom prst="rect">
            <a:avLst/>
          </a:prstGeom>
          <a:noFill/>
          <a:ln w="12700">
            <a:noFill/>
            <a:prstDash val="solid"/>
          </a:ln>
          <a:effectLst/>
        </p:spPr>
        <p:txBody>
          <a:bodyPr wrap="square" lIns="0" tIns="0" rIns="0" bIns="0" anchor="ctr">
            <a:noAutofit/>
          </a:bodyPr>
          <a:lstStyle>
            <a:lvl1pPr algn="ctr">
              <a:lnSpc>
                <a:spcPct val="125000"/>
              </a:lnSpc>
              <a:defRPr sz="1600" b="1" i="0" u="none" strike="noStrike">
                <a:solidFill>
                  <a:srgbClr val="1F2329">
                    <a:alpha val="100000"/>
                  </a:srgbClr>
                </a:solidFill>
                <a:latin typeface="Noto Sans SC"/>
              </a:defRPr>
            </a:lvl1pPr>
          </a:lstStyle>
          <a:p>
            <a:pPr indent="0" algn="ctr">
              <a:lnSpc>
                <a:spcPct val="125000"/>
              </a:lnSpc>
            </a:pPr>
            <a:r>
              <a:rPr lang="en-US" sz="1600" b="1" i="0" u="none" strike="noStrike">
                <a:solidFill>
                  <a:srgbClr val="1F2329"/>
                </a:solidFill>
                <a:latin typeface="Noto Sans SC"/>
                <a:ea typeface="Noto Sans SC"/>
                <a:cs typeface="Noto Sans SC"/>
                <a:sym typeface="Noto Sans SC"/>
              </a:rPr>
              <a:t>主题标题三</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Layout 44">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2314877" y="1212273"/>
            <a:ext cx="7562245" cy="4564379"/>
          </a:xfrm>
          <a:prstGeom prst="roundRect">
            <a:avLst>
              <a:gd name="adj" fmla="val 0"/>
            </a:avLst>
          </a:prstGeom>
          <a:ln w="25400">
            <a:noFill/>
            <a:prstDash val="solid"/>
          </a:ln>
          <a:effectLst/>
        </p:spPr>
      </p:pic>
      <p:sp>
        <p:nvSpPr>
          <p:cNvPr id="3" name="AutoShape 3"/>
          <p:cNvSpPr>
            <a:spLocks noGrp="1"/>
          </p:cNvSpPr>
          <p:nvPr>
            <p:ph type="pic" sz="quarter" idx="313"/>
          </p:nvPr>
        </p:nvSpPr>
        <p:spPr>
          <a:xfrm>
            <a:off x="3067050" y="1315027"/>
            <a:ext cx="6057900" cy="4081106"/>
          </a:xfrm>
          <a:prstGeom prst="roundRect">
            <a:avLst>
              <a:gd name="adj" fmla="val 3111"/>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Layout 45">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5731177" y="1212273"/>
            <a:ext cx="7562245" cy="4564379"/>
          </a:xfrm>
          <a:prstGeom prst="roundRect">
            <a:avLst>
              <a:gd name="adj" fmla="val 0"/>
            </a:avLst>
          </a:prstGeom>
          <a:ln w="25400">
            <a:noFill/>
            <a:prstDash val="solid"/>
          </a:ln>
          <a:effectLst/>
        </p:spPr>
      </p:pic>
      <p:sp>
        <p:nvSpPr>
          <p:cNvPr id="3" name="AutoShape 3"/>
          <p:cNvSpPr>
            <a:spLocks noGrp="1"/>
          </p:cNvSpPr>
          <p:nvPr>
            <p:ph type="pic" sz="quarter" idx="314"/>
          </p:nvPr>
        </p:nvSpPr>
        <p:spPr>
          <a:xfrm>
            <a:off x="6483350" y="1315027"/>
            <a:ext cx="6057900" cy="4081106"/>
          </a:xfrm>
          <a:prstGeom prst="roundRect">
            <a:avLst>
              <a:gd name="adj" fmla="val 3111"/>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4" name="AutoShape 4"/>
          <p:cNvSpPr>
            <a:spLocks noGrp="1"/>
          </p:cNvSpPr>
          <p:nvPr>
            <p:ph type="body" sz="quarter" idx="315" hasCustomPrompt="1"/>
          </p:nvPr>
        </p:nvSpPr>
        <p:spPr>
          <a:xfrm>
            <a:off x="890337" y="3176962"/>
            <a:ext cx="4953000" cy="11430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输入相关的描述信息以解释你的标题。</a:t>
            </a:r>
          </a:p>
        </p:txBody>
      </p:sp>
      <p:sp>
        <p:nvSpPr>
          <p:cNvPr id="5" name="AutoShape 5"/>
          <p:cNvSpPr>
            <a:spLocks noGrp="1"/>
          </p:cNvSpPr>
          <p:nvPr>
            <p:ph type="body" sz="quarter" idx="316" hasCustomPrompt="1"/>
          </p:nvPr>
        </p:nvSpPr>
        <p:spPr>
          <a:xfrm>
            <a:off x="889000" y="2668962"/>
            <a:ext cx="4954337" cy="381000"/>
          </a:xfrm>
          <a:prstGeom prst="rect">
            <a:avLst/>
          </a:prstGeom>
          <a:noFill/>
          <a:ln w="12700">
            <a:noFill/>
            <a:prstDash val="solid"/>
          </a:ln>
          <a:effectLst/>
        </p:spPr>
        <p:txBody>
          <a:bodyPr wrap="square" lIns="0" tIns="0" rIns="0" bIns="0" anchor="ctr">
            <a:noAutofit/>
          </a:bodyPr>
          <a:lstStyle>
            <a:lvl1pPr algn="l">
              <a:lnSpc>
                <a:spcPct val="125000"/>
              </a:lnSpc>
              <a:defRPr sz="2000" b="1" i="0" u="none" strike="noStrike">
                <a:solidFill>
                  <a:srgbClr val="1F2329">
                    <a:alpha val="100000"/>
                  </a:srgbClr>
                </a:solidFill>
                <a:latin typeface="Noto Sans SC"/>
              </a:defRPr>
            </a:lvl1pPr>
          </a:lstStyle>
          <a:p>
            <a:pPr indent="0" algn="l">
              <a:lnSpc>
                <a:spcPct val="125000"/>
              </a:lnSpc>
            </a:pPr>
            <a:r>
              <a:rPr lang="en-US" sz="2000" b="1" i="0" u="none" strike="noStrike">
                <a:solidFill>
                  <a:srgbClr val="1F2329"/>
                </a:solidFill>
                <a:latin typeface="Noto Sans SC"/>
                <a:ea typeface="Noto Sans SC"/>
                <a:cs typeface="Noto Sans SC"/>
                <a:sym typeface="Noto Sans SC"/>
              </a:rPr>
              <a:t>主题标题</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Layout 48">
    <p:spTree>
      <p:nvGrpSpPr>
        <p:cNvPr id="1" name=""/>
        <p:cNvGrpSpPr/>
        <p:nvPr/>
      </p:nvGrpSpPr>
      <p:grpSpPr>
        <a:xfrm>
          <a:off x="0" y="0"/>
          <a:ext cx="0" cy="0"/>
          <a:chOff x="0" y="0"/>
          <a:chExt cx="0" cy="0"/>
        </a:xfrm>
      </p:grpSpPr>
      <p:sp>
        <p:nvSpPr>
          <p:cNvPr id="2" name="AutoShape 2"/>
          <p:cNvSpPr>
            <a:spLocks noGrp="1"/>
          </p:cNvSpPr>
          <p:nvPr>
            <p:ph type="pic" sz="quarter" idx="317"/>
          </p:nvPr>
        </p:nvSpPr>
        <p:spPr>
          <a:xfrm>
            <a:off x="3903706" y="0"/>
            <a:ext cx="8288294" cy="6858000"/>
          </a:xfrm>
          <a:prstGeom prst="rect">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3" name="AutoShape 3"/>
          <p:cNvSpPr>
            <a:spLocks noGrp="1"/>
          </p:cNvSpPr>
          <p:nvPr>
            <p:ph type="body" sz="quarter" idx="318" hasCustomPrompt="1"/>
          </p:nvPr>
        </p:nvSpPr>
        <p:spPr>
          <a:xfrm>
            <a:off x="889668" y="895350"/>
            <a:ext cx="2286000" cy="2286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联系人</a:t>
            </a:r>
          </a:p>
        </p:txBody>
      </p:sp>
      <p:sp>
        <p:nvSpPr>
          <p:cNvPr id="4" name="AutoShape 4"/>
          <p:cNvSpPr>
            <a:spLocks noGrp="1"/>
          </p:cNvSpPr>
          <p:nvPr>
            <p:ph type="body" sz="quarter" idx="319" hasCustomPrompt="1"/>
          </p:nvPr>
        </p:nvSpPr>
        <p:spPr>
          <a:xfrm>
            <a:off x="889668" y="1123950"/>
            <a:ext cx="2286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Noto Sans SC"/>
              </a:defRPr>
            </a:lvl1pPr>
          </a:lstStyle>
          <a:p>
            <a:pPr indent="0" algn="l">
              <a:lnSpc>
                <a:spcPct val="125000"/>
              </a:lnSpc>
            </a:pPr>
            <a:r>
              <a:rPr lang="en-US" sz="1800" b="1" i="0" u="none" strike="noStrike">
                <a:solidFill>
                  <a:srgbClr val="1F2329"/>
                </a:solidFill>
                <a:latin typeface="Noto Sans SC"/>
                <a:ea typeface="Noto Sans SC"/>
                <a:cs typeface="Noto Sans SC"/>
                <a:sym typeface="Noto Sans SC"/>
              </a:rPr>
              <a:t>林夕</a:t>
            </a:r>
          </a:p>
        </p:txBody>
      </p:sp>
      <p:sp>
        <p:nvSpPr>
          <p:cNvPr id="5" name="AutoShape 5"/>
          <p:cNvSpPr>
            <a:spLocks noGrp="1"/>
          </p:cNvSpPr>
          <p:nvPr>
            <p:ph type="body" sz="quarter" idx="320" hasCustomPrompt="1"/>
          </p:nvPr>
        </p:nvSpPr>
        <p:spPr>
          <a:xfrm>
            <a:off x="889668" y="1886773"/>
            <a:ext cx="2286000" cy="2286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联系方式</a:t>
            </a:r>
          </a:p>
        </p:txBody>
      </p:sp>
      <p:sp>
        <p:nvSpPr>
          <p:cNvPr id="6" name="AutoShape 6"/>
          <p:cNvSpPr>
            <a:spLocks noGrp="1"/>
          </p:cNvSpPr>
          <p:nvPr>
            <p:ph type="body" sz="quarter" idx="321" hasCustomPrompt="1"/>
          </p:nvPr>
        </p:nvSpPr>
        <p:spPr>
          <a:xfrm>
            <a:off x="889668" y="2115373"/>
            <a:ext cx="2286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Noto Sans SC"/>
              </a:defRPr>
            </a:lvl1pPr>
          </a:lstStyle>
          <a:p>
            <a:pPr indent="0" algn="l">
              <a:lnSpc>
                <a:spcPct val="125000"/>
              </a:lnSpc>
            </a:pPr>
            <a:r>
              <a:rPr lang="en-US" sz="1800" b="1" i="0" u="none" strike="noStrike">
                <a:solidFill>
                  <a:srgbClr val="1F2329"/>
                </a:solidFill>
                <a:latin typeface="Noto Sans SC"/>
                <a:ea typeface="Noto Sans SC"/>
                <a:cs typeface="Noto Sans SC"/>
                <a:sym typeface="Noto Sans SC"/>
              </a:rPr>
              <a:t>+132 9792 7108</a:t>
            </a:r>
          </a:p>
        </p:txBody>
      </p:sp>
      <p:sp>
        <p:nvSpPr>
          <p:cNvPr id="7" name="AutoShape 7"/>
          <p:cNvSpPr>
            <a:spLocks noGrp="1"/>
          </p:cNvSpPr>
          <p:nvPr>
            <p:ph type="body" sz="quarter" idx="322" hasCustomPrompt="1"/>
          </p:nvPr>
        </p:nvSpPr>
        <p:spPr>
          <a:xfrm>
            <a:off x="889668" y="2437988"/>
            <a:ext cx="2286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Noto Sans SC"/>
              </a:defRPr>
            </a:lvl1pPr>
          </a:lstStyle>
          <a:p>
            <a:pPr indent="0" algn="l">
              <a:lnSpc>
                <a:spcPct val="125000"/>
              </a:lnSpc>
            </a:pPr>
            <a:r>
              <a:rPr lang="en-US" sz="1800" b="1" i="0" u="none" strike="noStrike">
                <a:solidFill>
                  <a:srgbClr val="1F2329"/>
                </a:solidFill>
                <a:latin typeface="Noto Sans SC"/>
                <a:ea typeface="Noto Sans SC"/>
                <a:cs typeface="Noto Sans SC"/>
                <a:sym typeface="Noto Sans SC"/>
                <a:hlinkClick r:id="rId2" tooltip="sherry@gmail.com">
                  <a:extLst>
                    <a:ext uri="{A12FA001-AC4F-418D-AE19-62706E023703}">
                      <ahyp:hlinkClr xmlns:ahyp="http://schemas.microsoft.com/office/drawing/2018/hyperlinkcolor" val="tx"/>
                    </a:ext>
                  </a:extLst>
                </a:hlinkClick>
              </a:rPr>
              <a:t>Sherry@gmail.com</a:t>
            </a:r>
          </a:p>
        </p:txBody>
      </p:sp>
      <p:sp>
        <p:nvSpPr>
          <p:cNvPr id="8" name="AutoShape 8"/>
          <p:cNvSpPr>
            <a:spLocks noGrp="1"/>
          </p:cNvSpPr>
          <p:nvPr>
            <p:ph type="body" sz="quarter" idx="323" hasCustomPrompt="1"/>
          </p:nvPr>
        </p:nvSpPr>
        <p:spPr>
          <a:xfrm>
            <a:off x="889668" y="3200812"/>
            <a:ext cx="2286000" cy="228600"/>
          </a:xfrm>
          <a:prstGeom prst="rect">
            <a:avLst/>
          </a:prstGeom>
          <a:noFill/>
          <a:ln w="12700">
            <a:noFill/>
            <a:prstDash val="solid"/>
          </a:ln>
          <a:effectLst/>
        </p:spPr>
        <p:txBody>
          <a:bodyPr wrap="square" lIns="0" tIns="0" rIns="0" bIns="0" anchor="ctr">
            <a:noAutofit/>
          </a:bodyPr>
          <a:lstStyle>
            <a:lvl1pPr algn="l">
              <a:lnSpc>
                <a:spcPct val="125000"/>
              </a:lnSpc>
              <a:defRPr sz="1200" b="0" i="0" u="none" strike="noStrike">
                <a:solidFill>
                  <a:srgbClr val="64666B">
                    <a:alpha val="100000"/>
                  </a:srgbClr>
                </a:solidFill>
                <a:latin typeface="Noto Sans SC"/>
              </a:defRPr>
            </a:lvl1pPr>
          </a:lstStyle>
          <a:p>
            <a:pPr indent="0" algn="l">
              <a:lnSpc>
                <a:spcPct val="125000"/>
              </a:lnSpc>
            </a:pPr>
            <a:r>
              <a:rPr lang="en-US" sz="1200" b="0" i="0" u="none" strike="noStrike">
                <a:solidFill>
                  <a:srgbClr val="64666B"/>
                </a:solidFill>
                <a:latin typeface="Noto Sans SC"/>
                <a:ea typeface="Noto Sans SC"/>
                <a:cs typeface="Noto Sans SC"/>
                <a:sym typeface="Noto Sans SC"/>
              </a:rPr>
              <a:t>联系地址</a:t>
            </a:r>
          </a:p>
        </p:txBody>
      </p:sp>
      <p:sp>
        <p:nvSpPr>
          <p:cNvPr id="9" name="AutoShape 9"/>
          <p:cNvSpPr>
            <a:spLocks noGrp="1"/>
          </p:cNvSpPr>
          <p:nvPr>
            <p:ph type="body" sz="quarter" idx="324" hasCustomPrompt="1"/>
          </p:nvPr>
        </p:nvSpPr>
        <p:spPr>
          <a:xfrm>
            <a:off x="889668" y="3429412"/>
            <a:ext cx="2286000" cy="342900"/>
          </a:xfrm>
          <a:prstGeom prst="rect">
            <a:avLst/>
          </a:prstGeom>
          <a:noFill/>
          <a:ln w="12700">
            <a:noFill/>
            <a:prstDash val="solid"/>
          </a:ln>
          <a:effectLst/>
        </p:spPr>
        <p:txBody>
          <a:bodyPr wrap="square" lIns="0" tIns="0" rIns="0" bIns="0" anchor="ctr">
            <a:noAutofit/>
          </a:bodyPr>
          <a:lstStyle>
            <a:lvl1pPr algn="l">
              <a:lnSpc>
                <a:spcPct val="125000"/>
              </a:lnSpc>
              <a:defRPr sz="1800" b="1" i="0" u="none" strike="noStrike">
                <a:solidFill>
                  <a:srgbClr val="1F2329">
                    <a:alpha val="100000"/>
                  </a:srgbClr>
                </a:solidFill>
                <a:latin typeface="Noto Sans SC"/>
              </a:defRPr>
            </a:lvl1pPr>
          </a:lstStyle>
          <a:p>
            <a:pPr indent="0" algn="l">
              <a:lnSpc>
                <a:spcPct val="125000"/>
              </a:lnSpc>
            </a:pPr>
            <a:r>
              <a:rPr lang="en-US" sz="1800" b="1" i="0" u="none" strike="noStrike">
                <a:solidFill>
                  <a:srgbClr val="1F2329"/>
                </a:solidFill>
                <a:latin typeface="Noto Sans SC"/>
                <a:ea typeface="Noto Sans SC"/>
                <a:cs typeface="Noto Sans SC"/>
                <a:sym typeface="Noto Sans SC"/>
              </a:rPr>
              <a:t>湖北省 武汉市 洪山区</a:t>
            </a:r>
          </a:p>
        </p:txBody>
      </p:sp>
      <p:sp>
        <p:nvSpPr>
          <p:cNvPr id="10" name="AutoShape 10"/>
          <p:cNvSpPr>
            <a:spLocks noGrp="1"/>
          </p:cNvSpPr>
          <p:nvPr>
            <p:ph type="body" sz="quarter" idx="325" hasCustomPrompt="1"/>
          </p:nvPr>
        </p:nvSpPr>
        <p:spPr>
          <a:xfrm>
            <a:off x="889668" y="5373335"/>
            <a:ext cx="2286000" cy="609600"/>
          </a:xfrm>
          <a:prstGeom prst="rect">
            <a:avLst/>
          </a:prstGeom>
          <a:noFill/>
          <a:ln w="12700">
            <a:noFill/>
            <a:prstDash val="solid"/>
          </a:ln>
          <a:effectLst/>
        </p:spPr>
        <p:txBody>
          <a:bodyPr wrap="square" lIns="0" tIns="0" rIns="0" bIns="0" anchor="ctr">
            <a:noAutofit/>
          </a:bodyPr>
          <a:lstStyle>
            <a:lvl1pPr algn="l">
              <a:lnSpc>
                <a:spcPct val="125000"/>
              </a:lnSpc>
              <a:defRPr sz="3200" b="1" i="0" u="none" strike="noStrike">
                <a:solidFill>
                  <a:srgbClr val="1F2329">
                    <a:alpha val="100000"/>
                  </a:srgbClr>
                </a:solidFill>
                <a:latin typeface="Noto Sans SC"/>
              </a:defRPr>
            </a:lvl1pPr>
          </a:lstStyle>
          <a:p>
            <a:pPr indent="0" algn="l">
              <a:lnSpc>
                <a:spcPct val="125000"/>
              </a:lnSpc>
            </a:pPr>
            <a:r>
              <a:rPr lang="en-US" sz="3200" b="1" i="0" u="none" strike="noStrike">
                <a:solidFill>
                  <a:srgbClr val="1F2329"/>
                </a:solidFill>
                <a:latin typeface="Noto Sans SC"/>
                <a:ea typeface="Noto Sans SC"/>
                <a:cs typeface="Noto Sans SC"/>
                <a:sym typeface="Noto Sans SC"/>
              </a:rPr>
              <a:t>谢谢观看</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Layout 49">
    <p:spTree>
      <p:nvGrpSpPr>
        <p:cNvPr id="1" name=""/>
        <p:cNvGrpSpPr/>
        <p:nvPr/>
      </p:nvGrpSpPr>
      <p:grpSpPr>
        <a:xfrm>
          <a:off x="0" y="0"/>
          <a:ext cx="0" cy="0"/>
          <a:chOff x="0" y="0"/>
          <a:chExt cx="0" cy="0"/>
        </a:xfrm>
      </p:grpSpPr>
      <p:sp>
        <p:nvSpPr>
          <p:cNvPr id="2" name="AutoShape 2"/>
          <p:cNvSpPr>
            <a:spLocks noGrp="1"/>
          </p:cNvSpPr>
          <p:nvPr>
            <p:ph type="pic" sz="quarter" idx="326"/>
          </p:nvPr>
        </p:nvSpPr>
        <p:spPr>
          <a:xfrm>
            <a:off x="0" y="0"/>
            <a:ext cx="12192000" cy="6858000"/>
          </a:xfrm>
          <a:prstGeom prst="rect">
            <a:avLst/>
          </a:prstGeom>
          <a:solidFill>
            <a:srgbClr val="DEE0E3">
              <a:alpha val="100000"/>
            </a:srgbClr>
          </a:solidFill>
          <a:ln>
            <a:noFill/>
            <a:prstDash val="solid"/>
          </a:ln>
          <a:effectLst/>
        </p:spPr>
        <p:txBody>
          <a:bodyPr lIns="127000" tIns="127000" rIns="127000" bIns="127000" anchor="ctr"/>
          <a:lstStyle>
            <a:lvl1pPr algn="ctr">
              <a:defRPr sz="3200" b="0" i="0" u="none" strike="noStrike">
                <a:solidFill>
                  <a:srgbClr val="1F2329">
                    <a:alpha val="100000"/>
                  </a:srgbClr>
                </a:solidFill>
              </a:defRPr>
            </a:lvl1pPr>
          </a:lstStyle>
          <a:p>
            <a:pPr algn="ctr"/>
            <a:endParaRPr/>
          </a:p>
        </p:txBody>
      </p:sp>
      <p:sp>
        <p:nvSpPr>
          <p:cNvPr id="3" name="AutoShape 3"/>
          <p:cNvSpPr>
            <a:spLocks noGrp="1"/>
          </p:cNvSpPr>
          <p:nvPr>
            <p:ph type="body" sz="quarter" idx="327" hasCustomPrompt="1"/>
          </p:nvPr>
        </p:nvSpPr>
        <p:spPr>
          <a:xfrm>
            <a:off x="889000" y="889000"/>
            <a:ext cx="8483600" cy="838200"/>
          </a:xfrm>
          <a:prstGeom prst="rect">
            <a:avLst/>
          </a:prstGeom>
          <a:noFill/>
          <a:ln w="12700">
            <a:noFill/>
            <a:prstDash val="solid"/>
          </a:ln>
          <a:effectLst/>
        </p:spPr>
        <p:txBody>
          <a:bodyPr wrap="square" lIns="0" tIns="0" rIns="0" bIns="0" anchor="ctr">
            <a:noAutofit/>
          </a:bodyPr>
          <a:lstStyle>
            <a:lvl1pPr algn="l">
              <a:lnSpc>
                <a:spcPct val="125000"/>
              </a:lnSpc>
              <a:defRPr sz="4400" b="1" i="0" u="none" strike="noStrike">
                <a:solidFill>
                  <a:srgbClr val="FFFFFF">
                    <a:alpha val="100000"/>
                  </a:srgbClr>
                </a:solidFill>
                <a:latin typeface="Noto Sans SC"/>
              </a:defRPr>
            </a:lvl1pPr>
          </a:lstStyle>
          <a:p>
            <a:pPr indent="0" algn="l">
              <a:lnSpc>
                <a:spcPct val="125000"/>
              </a:lnSpc>
            </a:pPr>
            <a:r>
              <a:rPr lang="en-US" sz="4400" b="1" i="0" u="none" strike="noStrike">
                <a:solidFill>
                  <a:srgbClr val="FFFFFF"/>
                </a:solidFill>
                <a:latin typeface="Noto Sans SC"/>
                <a:ea typeface="Noto Sans SC"/>
                <a:cs typeface="Noto Sans SC"/>
                <a:sym typeface="Noto Sans SC"/>
              </a:rPr>
              <a:t>谢谢观看</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065D40-911A-CF0F-956E-446951BA116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D95003B-AD14-83DA-9A03-F81460D8CE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45C153D-DE1E-49ED-B9F5-B2B76D5B0F67}"/>
              </a:ext>
            </a:extLst>
          </p:cNvPr>
          <p:cNvSpPr>
            <a:spLocks noGrp="1"/>
          </p:cNvSpPr>
          <p:nvPr>
            <p:ph type="dt" sz="half" idx="10"/>
          </p:nvPr>
        </p:nvSpPr>
        <p:spPr/>
        <p:txBody>
          <a:bodyPr/>
          <a:lstStyle/>
          <a:p>
            <a:fld id="{89865878-5374-4100-AD28-5D5904E92104}"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7CA23DC7-BD3F-C6BC-D42C-B66CB9F245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C04743-E112-C46E-558E-CFDA35145663}"/>
              </a:ext>
            </a:extLst>
          </p:cNvPr>
          <p:cNvSpPr>
            <a:spLocks noGrp="1"/>
          </p:cNvSpPr>
          <p:nvPr>
            <p:ph type="sldNum" sz="quarter" idx="12"/>
          </p:nvPr>
        </p:nvSpPr>
        <p:spPr/>
        <p:txBody>
          <a:bodyPr/>
          <a:lstStyle/>
          <a:p>
            <a:fld id="{16CE63B1-46FA-4EC2-B103-1CBDE934A90C}" type="slidenum">
              <a:rPr lang="zh-CN" altLang="en-US" smtClean="0"/>
              <a:t>‹#›</a:t>
            </a:fld>
            <a:endParaRPr lang="zh-CN" altLang="en-US"/>
          </a:p>
        </p:txBody>
      </p:sp>
    </p:spTree>
    <p:extLst>
      <p:ext uri="{BB962C8B-B14F-4D97-AF65-F5344CB8AC3E}">
        <p14:creationId xmlns:p14="http://schemas.microsoft.com/office/powerpoint/2010/main" val="9756790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F34310-312A-254E-D8C9-3A410EC3D2F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155E24F-42F1-308B-6B32-2C5F9170788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CA49ECD-D813-2140-4D56-B6172F60B1F7}"/>
              </a:ext>
            </a:extLst>
          </p:cNvPr>
          <p:cNvSpPr>
            <a:spLocks noGrp="1"/>
          </p:cNvSpPr>
          <p:nvPr>
            <p:ph type="dt" sz="half" idx="10"/>
          </p:nvPr>
        </p:nvSpPr>
        <p:spPr/>
        <p:txBody>
          <a:bodyPr/>
          <a:lstStyle/>
          <a:p>
            <a:fld id="{89865878-5374-4100-AD28-5D5904E92104}"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47BD79FC-ED76-FD55-2A73-CD30AE6D51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FB2509-2638-813E-DE2A-3520982D8D4C}"/>
              </a:ext>
            </a:extLst>
          </p:cNvPr>
          <p:cNvSpPr>
            <a:spLocks noGrp="1"/>
          </p:cNvSpPr>
          <p:nvPr>
            <p:ph type="sldNum" sz="quarter" idx="12"/>
          </p:nvPr>
        </p:nvSpPr>
        <p:spPr/>
        <p:txBody>
          <a:bodyPr/>
          <a:lstStyle/>
          <a:p>
            <a:fld id="{16CE63B1-46FA-4EC2-B103-1CBDE934A90C}" type="slidenum">
              <a:rPr lang="zh-CN" altLang="en-US" smtClean="0"/>
              <a:t>‹#›</a:t>
            </a:fld>
            <a:endParaRPr lang="zh-CN" altLang="en-US"/>
          </a:p>
        </p:txBody>
      </p:sp>
    </p:spTree>
    <p:extLst>
      <p:ext uri="{BB962C8B-B14F-4D97-AF65-F5344CB8AC3E}">
        <p14:creationId xmlns:p14="http://schemas.microsoft.com/office/powerpoint/2010/main" val="2310879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母版">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 id="2147483739" r:id="rId41"/>
    <p:sldLayoutId id="2147483740" r:id="rId42"/>
    <p:sldLayoutId id="2147483741" r:id="rId43"/>
    <p:sldLayoutId id="2147483742" r:id="rId44"/>
    <p:sldLayoutId id="2147483743" r:id="rId45"/>
    <p:sldLayoutId id="2147483744" r:id="rId46"/>
    <p:sldLayoutId id="2147483745" r:id="rId47"/>
    <p:sldLayoutId id="2147483746" r:id="rId48"/>
    <p:sldLayoutId id="2147483747" r:id="rId4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hyperlink" Target="https://a1q3oflrgly.feishu.cn/docx/Hor8dzbZVoZYSux3eejcz3DOnLh"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60.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0.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0.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6.xml.rels><?xml version="1.0" encoding="UTF-8" standalone="yes"?>
<Relationships xmlns="http://schemas.openxmlformats.org/package/2006/relationships"><Relationship Id="rId3" Type="http://schemas.openxmlformats.org/officeDocument/2006/relationships/hyperlink" Target="http://pmg.csail.mit.edu/papers/osdi99.pdf" TargetMode="External"/><Relationship Id="rId2" Type="http://schemas.openxmlformats.org/officeDocument/2006/relationships/image" Target="../media/image37.png"/><Relationship Id="rId1" Type="http://schemas.openxmlformats.org/officeDocument/2006/relationships/slideLayout" Target="../slideLayouts/slideLayout60.xml"/><Relationship Id="rId4" Type="http://schemas.openxmlformats.org/officeDocument/2006/relationships/hyperlink" Target="https://cvbwg3jthpd.feishu.cn/wiki/BLSXwQLjciGjzPkj3BlcJ2Z5nAd"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hyperlink" Target="https://apifox.com/apidoc/shared/fe0a893e-07a1-4808-9b6f-d347cd5b61c8/api-170713051" TargetMode="External"/><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 hasCustomPrompt="1"/>
          </p:nvPr>
        </p:nvSpPr>
        <p:spPr>
          <a:prstGeom prst="rect">
            <a:avLst/>
          </a:prstGeom>
        </p:spPr>
        <p:txBody>
          <a:bodyPr lIns="0" tIns="0" rIns="0" bIns="0"/>
          <a:lstStyle>
            <a:lvl1pPr algn="l">
              <a:lnSpc>
                <a:spcPct val="125000"/>
              </a:lnSpc>
              <a:defRPr sz="4400" b="1" i="0" u="none" strike="noStrike">
                <a:solidFill>
                  <a:srgbClr val="1F2329">
                    <a:alpha val="100000"/>
                  </a:srgbClr>
                </a:solidFill>
                <a:latin typeface="Noto Sans SC"/>
              </a:defRPr>
            </a:lvl1pPr>
          </a:lstStyle>
          <a:p>
            <a:pPr indent="0" algn="l">
              <a:lnSpc>
                <a:spcPct val="125000"/>
              </a:lnSpc>
            </a:pPr>
            <a:r>
              <a:rPr lang="en-US" sz="4400" b="1" i="0" u="none" strike="noStrike">
                <a:solidFill>
                  <a:srgbClr val="1F2329"/>
                </a:solidFill>
                <a:latin typeface="Noto Sans SC"/>
                <a:ea typeface="Noto Sans SC"/>
                <a:cs typeface="Noto Sans SC"/>
                <a:sym typeface="Noto Sans SC"/>
              </a:rPr>
              <a:t>fabric框架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0318" y="153112"/>
            <a:ext cx="40259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fabric框架 &gt; 简要介绍</a:t>
            </a:r>
            <a:endParaRPr lang="en-US" sz="1100"/>
          </a:p>
        </p:txBody>
      </p:sp>
      <p:sp>
        <p:nvSpPr>
          <p:cNvPr id="3" name="AutoShape 3"/>
          <p:cNvSpPr/>
          <p:nvPr/>
        </p:nvSpPr>
        <p:spPr>
          <a:xfrm>
            <a:off x="2200008" y="2309603"/>
            <a:ext cx="9220200" cy="1981200"/>
          </a:xfrm>
          <a:prstGeom prst="rect">
            <a:avLst/>
          </a:prstGeom>
          <a:noFill/>
          <a:ln w="12700">
            <a:noFill/>
            <a:prstDash val="solid"/>
          </a:ln>
        </p:spPr>
        <p:txBody>
          <a:bodyPr wrap="square" lIns="127000" tIns="127000" rIns="127000" bIns="127000" rtlCol="0" anchor="ctr">
            <a:noAutofit/>
          </a:bodyPr>
          <a:lstStyle/>
          <a:p>
            <a:pPr marL="215900" indent="-215900" algn="l">
              <a:lnSpc>
                <a:spcPct val="133333"/>
              </a:lnSpc>
              <a:buClr>
                <a:srgbClr val="1F2329"/>
              </a:buClr>
              <a:buChar char="•"/>
              <a:defRPr/>
            </a:pPr>
            <a:r>
              <a:rPr lang="en-US" sz="1700" b="0" i="0" u="none" strike="noStrike">
                <a:solidFill>
                  <a:srgbClr val="1F2329"/>
                </a:solidFill>
              </a:rPr>
              <a:t>Fabric版本： v0.6</a:t>
            </a:r>
            <a:endParaRPr lang="en-US" sz="1100"/>
          </a:p>
          <a:p>
            <a:pPr marL="215900" indent="-215900" algn="l">
              <a:lnSpc>
                <a:spcPct val="133333"/>
              </a:lnSpc>
              <a:buClr>
                <a:srgbClr val="1F2329"/>
              </a:buClr>
              <a:buChar char="•"/>
            </a:pPr>
            <a:r>
              <a:rPr lang="en-US" sz="1700" b="0" i="0" u="none" strike="noStrike">
                <a:solidFill>
                  <a:srgbClr val="1F2329"/>
                </a:solidFill>
              </a:rPr>
              <a:t>官方仓库：https://github.com/hyperledger/fabric/tree/v0.6</a:t>
            </a:r>
          </a:p>
          <a:p>
            <a:pPr marL="215900" indent="-215900" algn="l">
              <a:lnSpc>
                <a:spcPct val="133333"/>
              </a:lnSpc>
              <a:buClr>
                <a:srgbClr val="1F2329"/>
              </a:buClr>
              <a:buChar char="•"/>
            </a:pPr>
            <a:r>
              <a:rPr lang="en-US" sz="1700" b="0" i="0" u="none" strike="noStrike">
                <a:solidFill>
                  <a:srgbClr val="1F2329"/>
                </a:solidFill>
              </a:rPr>
              <a:t>官方文档（v0.6）：https://hlf.readthedocs.io/en/v0.6/home.html</a:t>
            </a:r>
          </a:p>
          <a:p>
            <a:pPr marL="215900" indent="-215900" algn="l">
              <a:lnSpc>
                <a:spcPct val="133333"/>
              </a:lnSpc>
              <a:buClr>
                <a:srgbClr val="1F2329"/>
              </a:buClr>
              <a:buChar char="•"/>
            </a:pPr>
            <a:r>
              <a:rPr lang="en-US" sz="1700" b="0" i="0" u="none" strike="noStrike">
                <a:solidFill>
                  <a:srgbClr val="1F2329"/>
                </a:solidFill>
              </a:rPr>
              <a:t>官方文档（latest）：https://hyperledger-fabric.readthedocs.io/zh-cn/latest/</a:t>
            </a:r>
          </a:p>
          <a:p>
            <a:pPr marL="215900" indent="-215900" algn="l">
              <a:lnSpc>
                <a:spcPct val="133333"/>
              </a:lnSpc>
              <a:buClr>
                <a:srgbClr val="1F2329"/>
              </a:buClr>
              <a:buChar char="•"/>
            </a:pPr>
            <a:r>
              <a:rPr lang="en-US" sz="1700" b="0" i="0" u="none" strike="noStrike">
                <a:solidFill>
                  <a:srgbClr val="1F2329"/>
                </a:solidFill>
              </a:rPr>
              <a:t>DNS项目文档：</a:t>
            </a:r>
            <a:r>
              <a:rPr lang="en-US" sz="1700" b="0" i="0" u="none" strike="noStrike">
                <a:solidFill>
                  <a:srgbClr val="366AF2"/>
                </a:solidFill>
                <a:hlinkClick r:id="rId3" tooltip="https://a1q3oflrgly.feishu.cn/docx/Hor8dzbZVoZYSux3eejcz3DOnLh">
                  <a:extLst>
                    <a:ext uri="{A12FA001-AC4F-418D-AE19-62706E023703}">
                      <ahyp:hlinkClr xmlns:ahyp="http://schemas.microsoft.com/office/drawing/2018/hyperlinkcolor" val="tx"/>
                    </a:ext>
                  </a:extLst>
                </a:hlinkClick>
              </a:rPr>
              <a:t>区块链+DNS解析系统</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785864"/>
            <a:ext cx="11719365" cy="5081345"/>
          </a:xfrm>
          <a:prstGeom prst="rect">
            <a:avLst/>
          </a:prstGeom>
          <a:ln>
            <a:noFill/>
            <a:prstDash val="solid"/>
          </a:ln>
        </p:spPr>
      </p:pic>
      <p:sp>
        <p:nvSpPr>
          <p:cNvPr id="3" name="AutoShape 3"/>
          <p:cNvSpPr/>
          <p:nvPr/>
        </p:nvSpPr>
        <p:spPr>
          <a:xfrm>
            <a:off x="370318" y="153112"/>
            <a:ext cx="40259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fabric框架 &gt; 整体架构</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0318" y="153112"/>
            <a:ext cx="40259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fabric框架 &gt; 节点启动流程</a:t>
            </a:r>
            <a:endParaRPr lang="en-US" sz="1100"/>
          </a:p>
        </p:txBody>
      </p:sp>
      <p:pic>
        <p:nvPicPr>
          <p:cNvPr id="3" name="Picture 3"/>
          <p:cNvPicPr>
            <a:picLocks noChangeAspect="1"/>
          </p:cNvPicPr>
          <p:nvPr/>
        </p:nvPicPr>
        <p:blipFill>
          <a:blip r:embed="rId3"/>
          <a:srcRect/>
          <a:stretch>
            <a:fillRect/>
          </a:stretch>
        </p:blipFill>
        <p:spPr>
          <a:xfrm>
            <a:off x="818608" y="901793"/>
            <a:ext cx="3577610" cy="5054414"/>
          </a:xfrm>
          <a:prstGeom prst="rect">
            <a:avLst/>
          </a:prstGeom>
          <a:ln>
            <a:noFill/>
            <a:prstDash val="solid"/>
          </a:ln>
        </p:spPr>
      </p:pic>
      <p:sp>
        <p:nvSpPr>
          <p:cNvPr id="4" name="AutoShape 4"/>
          <p:cNvSpPr/>
          <p:nvPr/>
        </p:nvSpPr>
        <p:spPr>
          <a:xfrm>
            <a:off x="5798002" y="1417092"/>
            <a:ext cx="4711700" cy="36068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1600" b="0" i="0" u="none" strike="noStrike" dirty="0" err="1">
                <a:solidFill>
                  <a:srgbClr val="1F2329"/>
                </a:solidFill>
              </a:rPr>
              <a:t>节点通过</a:t>
            </a:r>
            <a:r>
              <a:rPr lang="en-US" sz="1600" b="0" i="0" u="none" strike="noStrike" dirty="0">
                <a:solidFill>
                  <a:srgbClr val="1F2329"/>
                </a:solidFill>
              </a:rPr>
              <a:t> peer node start </a:t>
            </a:r>
            <a:r>
              <a:rPr lang="en-US" sz="1600" b="0" i="0" u="none" strike="noStrike" dirty="0" err="1">
                <a:solidFill>
                  <a:srgbClr val="1F2329"/>
                </a:solidFill>
              </a:rPr>
              <a:t>命令启动。对应的是</a:t>
            </a:r>
            <a:r>
              <a:rPr lang="en-US" sz="1600" b="0" i="0" u="none" strike="noStrike" dirty="0">
                <a:solidFill>
                  <a:srgbClr val="1F2329"/>
                </a:solidFill>
              </a:rPr>
              <a:t> </a:t>
            </a:r>
            <a:r>
              <a:rPr lang="en-US" sz="1600" b="0" i="0" u="none" strike="noStrike" dirty="0" err="1">
                <a:solidFill>
                  <a:srgbClr val="1F2329"/>
                </a:solidFill>
              </a:rPr>
              <a:t>start.go</a:t>
            </a:r>
            <a:r>
              <a:rPr lang="en-US" sz="1600" b="0" i="0" u="none" strike="noStrike" dirty="0">
                <a:solidFill>
                  <a:srgbClr val="1F2329"/>
                </a:solidFill>
              </a:rPr>
              <a:t> </a:t>
            </a:r>
            <a:r>
              <a:rPr lang="en-US" sz="1600" b="0" i="0" u="none" strike="noStrike" dirty="0" err="1">
                <a:solidFill>
                  <a:srgbClr val="1F2329"/>
                </a:solidFill>
              </a:rPr>
              <a:t>文件的</a:t>
            </a:r>
            <a:r>
              <a:rPr lang="en-US" sz="1600" b="0" i="0" u="none" strike="noStrike" dirty="0">
                <a:solidFill>
                  <a:srgbClr val="1F2329"/>
                </a:solidFill>
              </a:rPr>
              <a:t> serve() </a:t>
            </a:r>
            <a:r>
              <a:rPr lang="en-US" sz="1600" b="0" i="0" u="none" strike="noStrike" dirty="0" err="1">
                <a:solidFill>
                  <a:srgbClr val="1F2329"/>
                </a:solidFill>
              </a:rPr>
              <a:t>函数</a:t>
            </a:r>
            <a:r>
              <a:rPr lang="en-US" sz="1600" b="0" i="0" u="none" strike="noStrike" dirty="0">
                <a:solidFill>
                  <a:srgbClr val="1F2329"/>
                </a:solidFill>
              </a:rPr>
              <a:t>。 </a:t>
            </a:r>
            <a:endParaRPr lang="en-US" sz="1100" dirty="0"/>
          </a:p>
          <a:p>
            <a:pPr indent="0" algn="l">
              <a:lnSpc>
                <a:spcPct val="125000"/>
              </a:lnSpc>
            </a:pPr>
            <a:endParaRPr lang="en-US" sz="1100" dirty="0"/>
          </a:p>
          <a:p>
            <a:pPr indent="0" algn="l">
              <a:lnSpc>
                <a:spcPct val="125000"/>
              </a:lnSpc>
            </a:pPr>
            <a:r>
              <a:rPr lang="en-US" sz="1600" b="0" i="0" u="none" strike="noStrike" dirty="0">
                <a:solidFill>
                  <a:srgbClr val="1F2329"/>
                </a:solidFill>
              </a:rPr>
              <a:t>每个客户端启动时会启动多个Server，每个Server暴露自己的功能接口供其他Server调用，每个Server间的调用由rpc框架gRPC实现</a:t>
            </a:r>
            <a:r>
              <a:rPr lang="zh-CN" altLang="en-US" sz="1600" b="0" i="0" u="none" strike="noStrike" dirty="0">
                <a:solidFill>
                  <a:srgbClr val="1F2329"/>
                </a:solidFill>
              </a:rPr>
              <a:t>，每个</a:t>
            </a:r>
            <a:r>
              <a:rPr lang="en-US" altLang="zh-CN" sz="1600" dirty="0">
                <a:solidFill>
                  <a:srgbClr val="1F2329"/>
                </a:solidFill>
              </a:rPr>
              <a:t>Server</a:t>
            </a:r>
            <a:r>
              <a:rPr lang="zh-CN" altLang="en-US" sz="1600" dirty="0">
                <a:solidFill>
                  <a:srgbClr val="1F2329"/>
                </a:solidFill>
              </a:rPr>
              <a:t>具体的功能接口在下页中描述</a:t>
            </a:r>
            <a:endParaRPr lang="en-US" altLang="zh-CN" sz="1600" dirty="0">
              <a:solidFill>
                <a:srgbClr val="1F2329"/>
              </a:solidFill>
            </a:endParaRPr>
          </a:p>
          <a:p>
            <a:pPr indent="0" algn="l">
              <a:lnSpc>
                <a:spcPct val="125000"/>
              </a:lnSpc>
            </a:pPr>
            <a:endParaRPr lang="en-US" sz="1600" b="0" i="0" u="none" strike="noStrike" dirty="0">
              <a:solidFill>
                <a:srgbClr val="1F2329"/>
              </a:solidFill>
            </a:endParaRPr>
          </a:p>
          <a:p>
            <a:pPr indent="0" algn="l">
              <a:lnSpc>
                <a:spcPct val="125000"/>
              </a:lnSpc>
            </a:pPr>
            <a:r>
              <a:rPr lang="en-US" sz="1600" b="0" i="0" u="none" strike="noStrike" dirty="0">
                <a:solidFill>
                  <a:srgbClr val="1F2329"/>
                </a:solidFill>
              </a:rPr>
              <a:t>具体而言每个Server会在注册中心注册自己的serverName及对应IP，调用时先去注册中心查找对应服务的IP并建立连接并进行接口调用</a:t>
            </a:r>
            <a:br>
              <a:rPr lang="en-US" sz="1600" b="0" i="0" u="none" strike="noStrike" dirty="0">
                <a:solidFill>
                  <a:srgbClr val="1F2329"/>
                </a:solidFill>
              </a:rPr>
            </a:br>
            <a:endParaRPr lang="en-US" sz="1600" b="0" i="0" u="none" strike="noStrike" dirty="0">
              <a:solidFill>
                <a:srgbClr val="1F232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502927312"/>
              </p:ext>
            </p:extLst>
          </p:nvPr>
        </p:nvGraphicFramePr>
        <p:xfrm>
          <a:off x="681955" y="689847"/>
          <a:ext cx="10273326" cy="6090920"/>
        </p:xfrm>
        <a:graphic>
          <a:graphicData uri="http://schemas.openxmlformats.org/drawingml/2006/table">
            <a:tbl>
              <a:tblPr>
                <a:effectLst/>
              </a:tblPr>
              <a:tblGrid>
                <a:gridCol w="1758757">
                  <a:extLst>
                    <a:ext uri="{9D8B030D-6E8A-4147-A177-3AD203B41FA5}">
                      <a16:colId xmlns:a16="http://schemas.microsoft.com/office/drawing/2014/main" val="20000"/>
                    </a:ext>
                  </a:extLst>
                </a:gridCol>
                <a:gridCol w="1758757">
                  <a:extLst>
                    <a:ext uri="{9D8B030D-6E8A-4147-A177-3AD203B41FA5}">
                      <a16:colId xmlns:a16="http://schemas.microsoft.com/office/drawing/2014/main" val="20001"/>
                    </a:ext>
                  </a:extLst>
                </a:gridCol>
                <a:gridCol w="3377906">
                  <a:extLst>
                    <a:ext uri="{9D8B030D-6E8A-4147-A177-3AD203B41FA5}">
                      <a16:colId xmlns:a16="http://schemas.microsoft.com/office/drawing/2014/main" val="20002"/>
                    </a:ext>
                  </a:extLst>
                </a:gridCol>
                <a:gridCol w="3377906">
                  <a:extLst>
                    <a:ext uri="{9D8B030D-6E8A-4147-A177-3AD203B41FA5}">
                      <a16:colId xmlns:a16="http://schemas.microsoft.com/office/drawing/2014/main" val="3073137667"/>
                    </a:ext>
                  </a:extLst>
                </a:gridCol>
              </a:tblGrid>
              <a:tr h="520700">
                <a:tc>
                  <a:txBody>
                    <a:bodyPr/>
                    <a:lstStyle/>
                    <a:p>
                      <a:pPr indent="0" algn="ctr">
                        <a:lnSpc>
                          <a:spcPct val="100000"/>
                        </a:lnSpc>
                        <a:defRPr/>
                      </a:pPr>
                      <a:r>
                        <a:rPr lang="en-US" sz="1600" b="0" i="0" u="none" strike="noStrike">
                          <a:solidFill>
                            <a:srgbClr val="000000"/>
                          </a:solidFill>
                        </a:rPr>
                        <a:t>服务</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dirty="0" err="1">
                          <a:solidFill>
                            <a:srgbClr val="000000"/>
                          </a:solidFill>
                        </a:rPr>
                        <a:t>暴露的接口</a:t>
                      </a: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dirty="0" err="1">
                          <a:solidFill>
                            <a:srgbClr val="000000"/>
                          </a:solidFill>
                        </a:rPr>
                        <a:t>功能概述</a:t>
                      </a: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zh-CN" altLang="en-US" sz="1600" dirty="0">
                          <a:latin typeface="+mn-lt"/>
                        </a:rPr>
                        <a:t>文件</a:t>
                      </a:r>
                      <a:endParaRPr lang="en-US" sz="1600" dirty="0">
                        <a:latin typeface="+mn-lt"/>
                      </a:endParaRPr>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0"/>
                  </a:ext>
                </a:extLst>
              </a:tr>
              <a:tr h="520700">
                <a:tc>
                  <a:txBody>
                    <a:bodyPr/>
                    <a:lstStyle/>
                    <a:p>
                      <a:pPr indent="0" algn="ctr">
                        <a:lnSpc>
                          <a:spcPct val="100000"/>
                        </a:lnSpc>
                        <a:defRPr/>
                      </a:pPr>
                      <a:r>
                        <a:rPr lang="en-US" sz="1600" b="0" i="0" u="none" strike="noStrike" dirty="0" err="1">
                          <a:solidFill>
                            <a:srgbClr val="000000"/>
                          </a:solidFill>
                        </a:rPr>
                        <a:t>PeerServer</a:t>
                      </a:r>
                      <a:r>
                        <a:rPr lang="en-US" sz="1600" b="0" i="0" u="none" strike="noStrike" dirty="0">
                          <a:solidFill>
                            <a:srgbClr val="000000"/>
                          </a:solidFill>
                        </a:rPr>
                        <a:t> </a:t>
                      </a: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Chat</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dirty="0" err="1">
                          <a:solidFill>
                            <a:srgbClr val="000000"/>
                          </a:solidFill>
                        </a:rPr>
                        <a:t>持续监听</a:t>
                      </a:r>
                      <a:r>
                        <a:rPr lang="en-US" sz="1600" b="0" i="0" u="none" strike="noStrike" dirty="0">
                          <a:solidFill>
                            <a:srgbClr val="000000"/>
                          </a:solidFill>
                        </a:rPr>
                        <a:t> </a:t>
                      </a:r>
                      <a:r>
                        <a:rPr lang="en-US" sz="1600" b="0" i="0" u="none" strike="noStrike" dirty="0" err="1">
                          <a:solidFill>
                            <a:srgbClr val="000000"/>
                          </a:solidFill>
                        </a:rPr>
                        <a:t>tcp</a:t>
                      </a:r>
                      <a:r>
                        <a:rPr lang="en-US" sz="1600" b="0" i="0" u="none" strike="noStrike" dirty="0">
                          <a:solidFill>
                            <a:srgbClr val="000000"/>
                          </a:solidFill>
                        </a:rPr>
                        <a:t> </a:t>
                      </a:r>
                      <a:r>
                        <a:rPr lang="en-US" sz="1600" b="0" i="0" u="none" strike="noStrike" dirty="0" err="1">
                          <a:solidFill>
                            <a:srgbClr val="000000"/>
                          </a:solidFill>
                        </a:rPr>
                        <a:t>流的消息并进行处理</a:t>
                      </a: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dirty="0"/>
                        <a:t>/protos/</a:t>
                      </a:r>
                      <a:r>
                        <a:rPr lang="en-US" sz="1600" dirty="0" err="1"/>
                        <a:t>fabric.proto</a:t>
                      </a:r>
                      <a:endParaRPr lang="en-US" sz="16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1"/>
                  </a:ext>
                </a:extLst>
              </a:tr>
              <a:tr h="520700">
                <a:tc>
                  <a:txBody>
                    <a:bodyPr/>
                    <a:lstStyle/>
                    <a:p>
                      <a:pPr indent="0" algn="ctr">
                        <a:lnSpc>
                          <a:spcPct val="100000"/>
                        </a:lnSpc>
                        <a:defRPr/>
                      </a:pPr>
                      <a:r>
                        <a:rPr lang="en-US" sz="1600" b="0" i="0" u="none" strike="noStrike" dirty="0" err="1">
                          <a:solidFill>
                            <a:srgbClr val="000000"/>
                          </a:solidFill>
                        </a:rPr>
                        <a:t>PeerServer</a:t>
                      </a:r>
                      <a:r>
                        <a:rPr lang="en-US" sz="1600" b="0" i="0" u="none" strike="noStrike" dirty="0">
                          <a:solidFill>
                            <a:srgbClr val="000000"/>
                          </a:solidFill>
                        </a:rPr>
                        <a:t> </a:t>
                      </a: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ProcessTransaction</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接收一个交易，进行处理</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2"/>
                  </a:ext>
                </a:extLst>
              </a:tr>
              <a:tr h="520700">
                <a:tc>
                  <a:txBody>
                    <a:bodyPr/>
                    <a:lstStyle/>
                    <a:p>
                      <a:pPr indent="0" algn="ctr">
                        <a:lnSpc>
                          <a:spcPct val="100000"/>
                        </a:lnSpc>
                        <a:defRPr/>
                      </a:pPr>
                      <a:r>
                        <a:rPr lang="en-US" sz="1600" b="0" i="0" u="none" strike="noStrike" dirty="0" err="1">
                          <a:solidFill>
                            <a:srgbClr val="000000"/>
                          </a:solidFill>
                        </a:rPr>
                        <a:t>OpenchainServer</a:t>
                      </a: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GetBlockchainInfo</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获得区块高度（数量）、最新块哈希值、前一个块的哈希</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600" dirty="0"/>
                        <a:t>/protos/</a:t>
                      </a:r>
                      <a:r>
                        <a:rPr lang="en-US" altLang="zh-CN" sz="1600" dirty="0" err="1"/>
                        <a:t>api.proto</a:t>
                      </a:r>
                      <a:endParaRPr lang="en-US" altLang="zh-CN" sz="16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3"/>
                  </a:ext>
                </a:extLst>
              </a:tr>
              <a:tr h="520700">
                <a:tc>
                  <a:txBody>
                    <a:bodyPr/>
                    <a:lstStyle/>
                    <a:p>
                      <a:pPr indent="0" algn="ctr">
                        <a:lnSpc>
                          <a:spcPct val="100000"/>
                        </a:lnSpc>
                        <a:defRPr/>
                      </a:pPr>
                      <a:r>
                        <a:rPr lang="en-US" sz="1600" b="0" i="0" u="none" strike="noStrike" dirty="0" err="1">
                          <a:solidFill>
                            <a:srgbClr val="000000"/>
                          </a:solidFill>
                        </a:rPr>
                        <a:t>OpenchainServer</a:t>
                      </a: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GetBlockByNumber</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根据编号获得块信息</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4"/>
                  </a:ext>
                </a:extLst>
              </a:tr>
              <a:tr h="520700">
                <a:tc>
                  <a:txBody>
                    <a:bodyPr/>
                    <a:lstStyle/>
                    <a:p>
                      <a:pPr indent="0" algn="ctr">
                        <a:lnSpc>
                          <a:spcPct val="100000"/>
                        </a:lnSpc>
                        <a:defRPr/>
                      </a:pPr>
                      <a:r>
                        <a:rPr lang="en-US" sz="1600" b="0" i="0" u="none" strike="noStrike" dirty="0" err="1">
                          <a:solidFill>
                            <a:srgbClr val="000000"/>
                          </a:solidFill>
                        </a:rPr>
                        <a:t>OpenchainServer</a:t>
                      </a: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GetBlockCount</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获得块数量</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5"/>
                  </a:ext>
                </a:extLst>
              </a:tr>
              <a:tr h="520700">
                <a:tc>
                  <a:txBody>
                    <a:bodyPr/>
                    <a:lstStyle/>
                    <a:p>
                      <a:pPr indent="0" algn="ctr">
                        <a:lnSpc>
                          <a:spcPct val="100000"/>
                        </a:lnSpc>
                        <a:defRPr/>
                      </a:pPr>
                      <a:r>
                        <a:rPr lang="en-US" sz="1600" b="0" i="0" u="none" strike="noStrike">
                          <a:solidFill>
                            <a:srgbClr val="000000"/>
                          </a:solidFill>
                        </a:rPr>
                        <a:t>OpenchainServer</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GetPeers</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获得节点列表</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6"/>
                  </a:ext>
                </a:extLst>
              </a:tr>
              <a:tr h="520700">
                <a:tc>
                  <a:txBody>
                    <a:bodyPr/>
                    <a:lstStyle/>
                    <a:p>
                      <a:pPr indent="0" algn="ctr">
                        <a:lnSpc>
                          <a:spcPct val="100000"/>
                        </a:lnSpc>
                        <a:defRPr/>
                      </a:pPr>
                      <a:r>
                        <a:rPr lang="en-US" sz="1600" b="0" i="0" u="none" strike="noStrike" dirty="0" err="1">
                          <a:solidFill>
                            <a:srgbClr val="000000"/>
                          </a:solidFill>
                        </a:rPr>
                        <a:t>DevopsService</a:t>
                      </a: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Deploy</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在对应Peer节点上部署链码</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600" dirty="0"/>
                        <a:t>/protos/</a:t>
                      </a:r>
                      <a:r>
                        <a:rPr lang="en-US" altLang="zh-CN" sz="1600" dirty="0" err="1"/>
                        <a:t>devops.proto</a:t>
                      </a:r>
                      <a:endParaRPr lang="en-US" altLang="zh-CN" sz="16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7"/>
                  </a:ext>
                </a:extLst>
              </a:tr>
              <a:tr h="520700">
                <a:tc>
                  <a:txBody>
                    <a:bodyPr/>
                    <a:lstStyle/>
                    <a:p>
                      <a:pPr indent="0" algn="ctr">
                        <a:lnSpc>
                          <a:spcPct val="100000"/>
                        </a:lnSpc>
                        <a:defRPr/>
                      </a:pPr>
                      <a:r>
                        <a:rPr lang="en-US" sz="1600" b="0" i="0" u="none" strike="noStrike" dirty="0" err="1">
                          <a:solidFill>
                            <a:srgbClr val="000000"/>
                          </a:solidFill>
                        </a:rPr>
                        <a:t>DevopsService</a:t>
                      </a: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Invoke</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触发共识并在共识后调用链码修改账本</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8"/>
                  </a:ext>
                </a:extLst>
              </a:tr>
              <a:tr h="520700">
                <a:tc>
                  <a:txBody>
                    <a:bodyPr/>
                    <a:lstStyle/>
                    <a:p>
                      <a:pPr indent="0" algn="ctr">
                        <a:lnSpc>
                          <a:spcPct val="100000"/>
                        </a:lnSpc>
                        <a:defRPr/>
                      </a:pPr>
                      <a:r>
                        <a:rPr lang="en-US" sz="1600" b="0" i="0" u="none" strike="noStrike">
                          <a:solidFill>
                            <a:srgbClr val="000000"/>
                          </a:solidFill>
                        </a:rPr>
                        <a:t>DevopsService</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Query</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dirty="0" err="1">
                          <a:solidFill>
                            <a:srgbClr val="000000"/>
                          </a:solidFill>
                        </a:rPr>
                        <a:t>调用链码查询账本</a:t>
                      </a:r>
                      <a:endParaRPr lang="en-US" sz="11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altLang="zh-CN" sz="1600" dirty="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
        <p:nvSpPr>
          <p:cNvPr id="3" name="AutoShape 3"/>
          <p:cNvSpPr/>
          <p:nvPr/>
        </p:nvSpPr>
        <p:spPr>
          <a:xfrm>
            <a:off x="370318" y="153112"/>
            <a:ext cx="54483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fabric框架 &gt; 核心服务及暴露接口</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fabric框架 &gt; 核心逻辑</a:t>
            </a:r>
            <a:endParaRPr lang="en-US" sz="1100"/>
          </a:p>
        </p:txBody>
      </p:sp>
      <p:pic>
        <p:nvPicPr>
          <p:cNvPr id="3" name="Picture 3"/>
          <p:cNvPicPr>
            <a:picLocks noChangeAspect="1"/>
          </p:cNvPicPr>
          <p:nvPr/>
        </p:nvPicPr>
        <p:blipFill>
          <a:blip r:embed="rId3"/>
          <a:stretch>
            <a:fillRect/>
          </a:stretch>
        </p:blipFill>
        <p:spPr>
          <a:xfrm>
            <a:off x="370318" y="788112"/>
            <a:ext cx="6440796" cy="4704106"/>
          </a:xfrm>
          <a:prstGeom prst="rect">
            <a:avLst/>
          </a:prstGeom>
          <a:ln>
            <a:noFill/>
            <a:prstDash val="solid"/>
          </a:ln>
        </p:spPr>
      </p:pic>
      <p:graphicFrame>
        <p:nvGraphicFramePr>
          <p:cNvPr id="4" name="Table 4"/>
          <p:cNvGraphicFramePr>
            <a:graphicFrameLocks noGrp="1"/>
          </p:cNvGraphicFramePr>
          <p:nvPr/>
        </p:nvGraphicFramePr>
        <p:xfrm>
          <a:off x="7060370" y="693299"/>
          <a:ext cx="4343400" cy="4697417"/>
        </p:xfrm>
        <a:graphic>
          <a:graphicData uri="http://schemas.openxmlformats.org/drawingml/2006/table">
            <a:tbl>
              <a:tblPr>
                <a:effectLst/>
              </a:tblPr>
              <a:tblGrid>
                <a:gridCol w="715476">
                  <a:extLst>
                    <a:ext uri="{9D8B030D-6E8A-4147-A177-3AD203B41FA5}">
                      <a16:colId xmlns:a16="http://schemas.microsoft.com/office/drawing/2014/main" val="20000"/>
                    </a:ext>
                  </a:extLst>
                </a:gridCol>
                <a:gridCol w="2180124">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520700">
                <a:tc>
                  <a:txBody>
                    <a:bodyPr/>
                    <a:lstStyle/>
                    <a:p>
                      <a:pPr indent="0" algn="ctr">
                        <a:lnSpc>
                          <a:spcPct val="100000"/>
                        </a:lnSpc>
                        <a:defRPr/>
                      </a:pPr>
                      <a:r>
                        <a:rPr lang="en-US" sz="1600" b="0" i="0" u="none" strike="noStrike">
                          <a:solidFill>
                            <a:srgbClr val="000000"/>
                          </a:solidFill>
                        </a:rPr>
                        <a:t>步骤</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函数名</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所在文件</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0"/>
                  </a:ext>
                </a:extLst>
              </a:tr>
              <a:tr h="597857">
                <a:tc>
                  <a:txBody>
                    <a:bodyPr/>
                    <a:lstStyle/>
                    <a:p>
                      <a:pPr indent="0" algn="ctr">
                        <a:lnSpc>
                          <a:spcPct val="100000"/>
                        </a:lnSpc>
                        <a:defRPr/>
                      </a:pPr>
                      <a:r>
                        <a:rPr lang="en-US" sz="1600" b="0" i="0" u="none" strike="noStrike">
                          <a:solidFill>
                            <a:srgbClr val="000000"/>
                          </a:solidFill>
                        </a:rPr>
                        <a:t>1</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invokeOrQuery</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devops.go</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1"/>
                  </a:ext>
                </a:extLst>
              </a:tr>
              <a:tr h="520700">
                <a:tc>
                  <a:txBody>
                    <a:bodyPr/>
                    <a:lstStyle/>
                    <a:p>
                      <a:pPr indent="0" algn="ctr">
                        <a:lnSpc>
                          <a:spcPct val="100000"/>
                        </a:lnSpc>
                        <a:defRPr/>
                      </a:pPr>
                      <a:r>
                        <a:rPr lang="en-US" sz="1600" b="0" i="0" u="none" strike="noStrike">
                          <a:solidFill>
                            <a:srgbClr val="000000"/>
                          </a:solidFill>
                        </a:rPr>
                        <a:t>2</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createExecTx</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devops.go</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2"/>
                  </a:ext>
                </a:extLst>
              </a:tr>
              <a:tr h="520700">
                <a:tc>
                  <a:txBody>
                    <a:bodyPr/>
                    <a:lstStyle/>
                    <a:p>
                      <a:pPr indent="0" algn="ctr">
                        <a:lnSpc>
                          <a:spcPct val="100000"/>
                        </a:lnSpc>
                        <a:defRPr/>
                      </a:pPr>
                      <a:r>
                        <a:rPr lang="en-US" sz="1600" b="0" i="0" u="none" strike="noStrike">
                          <a:solidFill>
                            <a:srgbClr val="000000"/>
                          </a:solidFill>
                        </a:rPr>
                        <a:t>3</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ExecuteTransaction</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peer.go</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3"/>
                  </a:ext>
                </a:extLst>
              </a:tr>
              <a:tr h="1054100">
                <a:tc>
                  <a:txBody>
                    <a:bodyPr/>
                    <a:lstStyle/>
                    <a:p>
                      <a:pPr indent="0" algn="ctr">
                        <a:lnSpc>
                          <a:spcPct val="100000"/>
                        </a:lnSpc>
                        <a:defRPr/>
                      </a:pPr>
                      <a:r>
                        <a:rPr lang="en-US" sz="1600" b="0" i="0" u="none" strike="noStrike">
                          <a:solidFill>
                            <a:srgbClr val="000000"/>
                          </a:solidFill>
                        </a:rPr>
                        <a:t>4</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sendTransactionsToLocalEngine</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peer.go</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4"/>
                  </a:ext>
                </a:extLst>
              </a:tr>
              <a:tr h="520700">
                <a:tc>
                  <a:txBody>
                    <a:bodyPr/>
                    <a:lstStyle/>
                    <a:p>
                      <a:pPr indent="0" algn="ctr">
                        <a:lnSpc>
                          <a:spcPct val="100000"/>
                        </a:lnSpc>
                        <a:defRPr/>
                      </a:pPr>
                      <a:r>
                        <a:rPr lang="en-US" sz="1600" b="0" i="0" u="none" strike="noStrike">
                          <a:solidFill>
                            <a:srgbClr val="000000"/>
                          </a:solidFill>
                        </a:rPr>
                        <a:t>5</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ProcessTransactionMsg</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engine.go</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5"/>
                  </a:ext>
                </a:extLst>
              </a:tr>
              <a:tr h="520700">
                <a:tc>
                  <a:txBody>
                    <a:bodyPr/>
                    <a:lstStyle/>
                    <a:p>
                      <a:pPr indent="0" algn="ctr">
                        <a:lnSpc>
                          <a:spcPct val="100000"/>
                        </a:lnSpc>
                        <a:defRPr/>
                      </a:pPr>
                      <a:r>
                        <a:rPr lang="en-US" sz="1600" b="0" i="0" u="none" strike="noStrike">
                          <a:solidFill>
                            <a:srgbClr val="000000"/>
                          </a:solidFill>
                        </a:rPr>
                        <a:t>6</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ProcessTransactionMsg</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rPr>
                        <a:t>engine.go</a:t>
                      </a:r>
                      <a:endParaRPr lang="en-US" sz="1100"/>
                    </a:p>
                  </a:txBody>
                  <a:tcPr marL="127000" marR="12700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4513" b="-4513"/>
          <a:stretch>
            <a:fillRect/>
          </a:stretch>
        </p:blipFill>
        <p:spPr>
          <a:xfrm>
            <a:off x="245393" y="788112"/>
            <a:ext cx="8392262" cy="5699418"/>
          </a:xfrm>
          <a:prstGeom prst="rect">
            <a:avLst/>
          </a:prstGeom>
          <a:ln>
            <a:noFill/>
            <a:prstDash val="solid"/>
          </a:ln>
        </p:spPr>
      </p:pic>
      <p:sp>
        <p:nvSpPr>
          <p:cNvPr id="3" name="AutoShape 3"/>
          <p:cNvSpPr/>
          <p:nvPr/>
        </p:nvSpPr>
        <p:spPr>
          <a:xfrm>
            <a:off x="8732427" y="788112"/>
            <a:ext cx="3302000" cy="4826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1600" b="0" i="0" u="none" strike="noStrike">
                <a:solidFill>
                  <a:srgbClr val="1F2329"/>
                </a:solidFill>
              </a:rPr>
              <a:t>节点在 server() 函数中会启动若干个服务，其中 Message 是 Engine 的成员。</a:t>
            </a:r>
            <a:endParaRPr lang="en-US" sz="1100"/>
          </a:p>
          <a:p>
            <a:pPr indent="0" algn="l">
              <a:lnSpc>
                <a:spcPct val="125000"/>
              </a:lnSpc>
            </a:pPr>
            <a:endParaRPr lang="en-US" sz="1100"/>
          </a:p>
          <a:p>
            <a:pPr indent="0" algn="l">
              <a:lnSpc>
                <a:spcPct val="125000"/>
              </a:lnSpc>
            </a:pPr>
            <a:r>
              <a:rPr lang="en-US" sz="1600" b="0" i="0" u="none" strike="noStrike">
                <a:solidFill>
                  <a:srgbClr val="1F2329"/>
                </a:solidFill>
              </a:rPr>
              <a:t>每一个节点都有一个 Engine（Message Fan），一个 ins chanel 表示当前节点从其他节点连接中接收到的消息。</a:t>
            </a:r>
          </a:p>
          <a:p>
            <a:pPr indent="0" algn="l">
              <a:lnSpc>
                <a:spcPct val="125000"/>
              </a:lnSpc>
            </a:pPr>
            <a:endParaRPr lang="en-US" sz="1600" b="0" i="0" u="none" strike="noStrike">
              <a:solidFill>
                <a:srgbClr val="1F2329"/>
              </a:solidFill>
            </a:endParaRPr>
          </a:p>
          <a:p>
            <a:pPr indent="0" algn="l">
              <a:lnSpc>
                <a:spcPct val="125000"/>
              </a:lnSpc>
            </a:pPr>
            <a:r>
              <a:rPr lang="en-US" sz="1600" b="0" i="0" u="none" strike="noStrike">
                <a:solidFill>
                  <a:srgbClr val="1F2329"/>
                </a:solidFill>
              </a:rPr>
              <a:t>所有 ins channel 汇聚到 out 中，out 再进入 peer.manager.Queue() 中。</a:t>
            </a:r>
          </a:p>
          <a:p>
            <a:pPr indent="0" algn="l">
              <a:lnSpc>
                <a:spcPct val="125000"/>
              </a:lnSpc>
            </a:pPr>
            <a:endParaRPr lang="en-US" sz="1600" b="0" i="0" u="none" strike="noStrike">
              <a:solidFill>
                <a:srgbClr val="1F2329"/>
              </a:solidFill>
            </a:endParaRPr>
          </a:p>
          <a:p>
            <a:pPr indent="0" algn="l">
              <a:lnSpc>
                <a:spcPct val="125000"/>
              </a:lnSpc>
            </a:pPr>
            <a:r>
              <a:rPr lang="en-US" sz="1600" b="0" i="0" u="none" strike="noStrike">
                <a:solidFill>
                  <a:srgbClr val="1F2329"/>
                </a:solidFill>
              </a:rPr>
              <a:t>ins[] -&gt; out -&gt; Queue() -&gt; 处理共识</a:t>
            </a:r>
          </a:p>
        </p:txBody>
      </p:sp>
      <p:sp>
        <p:nvSpPr>
          <p:cNvPr id="4" name="AutoShape 4"/>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fabric框架 &gt; 消息来源</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 hasCustomPrompt="1"/>
          </p:nvPr>
        </p:nvSpPr>
        <p:spPr>
          <a:prstGeom prst="rect">
            <a:avLst/>
          </a:prstGeom>
        </p:spPr>
        <p:txBody>
          <a:bodyPr lIns="0" tIns="0" rIns="0" bIns="0"/>
          <a:lstStyle>
            <a:lvl1pPr algn="l">
              <a:lnSpc>
                <a:spcPct val="125000"/>
              </a:lnSpc>
              <a:defRPr sz="4400" b="1" i="0" u="none" strike="noStrike">
                <a:solidFill>
                  <a:srgbClr val="1F2329">
                    <a:alpha val="100000"/>
                  </a:srgbClr>
                </a:solidFill>
                <a:latin typeface="Noto Sans SC"/>
              </a:defRPr>
            </a:lvl1pPr>
          </a:lstStyle>
          <a:p>
            <a:pPr indent="0" algn="l">
              <a:lnSpc>
                <a:spcPct val="125000"/>
              </a:lnSpc>
            </a:pPr>
            <a:r>
              <a:rPr lang="zh-CN" altLang="en-US" sz="4400" b="1" i="0" u="none" strike="noStrike" dirty="0">
                <a:solidFill>
                  <a:srgbClr val="1F2329"/>
                </a:solidFill>
                <a:latin typeface="Noto Sans SC"/>
                <a:ea typeface="Noto Sans SC"/>
                <a:cs typeface="Noto Sans SC"/>
                <a:sym typeface="Noto Sans SC"/>
              </a:rPr>
              <a:t>共识</a:t>
            </a:r>
            <a:endParaRPr lang="en-US" sz="4400" b="1" i="0" u="none" strike="noStrike" dirty="0">
              <a:solidFill>
                <a:srgbClr val="1F2329"/>
              </a:solidFill>
              <a:latin typeface="Noto Sans SC"/>
              <a:ea typeface="Noto Sans SC"/>
              <a:cs typeface="Noto Sans SC"/>
              <a:sym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
            <a:extLst>
              <a:ext uri="{FF2B5EF4-FFF2-40B4-BE49-F238E27FC236}">
                <a16:creationId xmlns:a16="http://schemas.microsoft.com/office/drawing/2014/main" id="{D15D8DF3-66C5-FA2D-DCE6-088C759247C5}"/>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zh-CN" altLang="en-US" sz="2000" b="1" i="0" u="none" strike="noStrike" dirty="0">
                <a:solidFill>
                  <a:srgbClr val="1F2329"/>
                </a:solidFill>
              </a:rPr>
              <a:t>结构</a:t>
            </a:r>
            <a:endParaRPr lang="en-US" sz="1100" dirty="0"/>
          </a:p>
        </p:txBody>
      </p:sp>
      <p:sp>
        <p:nvSpPr>
          <p:cNvPr id="6" name="文本框 5">
            <a:extLst>
              <a:ext uri="{FF2B5EF4-FFF2-40B4-BE49-F238E27FC236}">
                <a16:creationId xmlns:a16="http://schemas.microsoft.com/office/drawing/2014/main" id="{794A71DF-8736-713E-A853-B5EA935756F2}"/>
              </a:ext>
            </a:extLst>
          </p:cNvPr>
          <p:cNvSpPr txBox="1"/>
          <p:nvPr/>
        </p:nvSpPr>
        <p:spPr>
          <a:xfrm>
            <a:off x="501445" y="894736"/>
            <a:ext cx="9026013" cy="5600892"/>
          </a:xfrm>
          <a:prstGeom prst="rect">
            <a:avLst/>
          </a:prstGeom>
          <a:noFill/>
        </p:spPr>
        <p:txBody>
          <a:bodyPr wrap="square" rtlCol="0">
            <a:spAutoFit/>
          </a:bodyPr>
          <a:lstStyle/>
          <a:p>
            <a:pPr>
              <a:lnSpc>
                <a:spcPct val="150000"/>
              </a:lnSpc>
            </a:pPr>
            <a:r>
              <a:rPr lang="en-US" altLang="zh-CN" sz="1200" b="1" dirty="0">
                <a:latin typeface="Microsoft YaHei Light" panose="020B0502040204020203" pitchFamily="34" charset="-122"/>
                <a:ea typeface="Microsoft YaHei Light" panose="020B0502040204020203" pitchFamily="34" charset="-122"/>
              </a:rPr>
              <a:t>Fabric 0.6</a:t>
            </a:r>
            <a:r>
              <a:rPr lang="zh-CN" altLang="en-US" sz="1200" b="1" dirty="0">
                <a:latin typeface="Microsoft YaHei Light" panose="020B0502040204020203" pitchFamily="34" charset="-122"/>
                <a:ea typeface="Microsoft YaHei Light" panose="020B0502040204020203" pitchFamily="34" charset="-122"/>
              </a:rPr>
              <a:t>支持</a:t>
            </a:r>
            <a:r>
              <a:rPr lang="en-US" altLang="zh-CN" sz="1200" b="1" dirty="0" err="1">
                <a:latin typeface="Microsoft YaHei Light" panose="020B0502040204020203" pitchFamily="34" charset="-122"/>
                <a:ea typeface="Microsoft YaHei Light" panose="020B0502040204020203" pitchFamily="34" charset="-122"/>
              </a:rPr>
              <a:t>Pbft</a:t>
            </a:r>
            <a:r>
              <a:rPr lang="zh-CN" altLang="en-US" sz="1200" b="1" dirty="0">
                <a:latin typeface="Microsoft YaHei Light" panose="020B0502040204020203" pitchFamily="34" charset="-122"/>
                <a:ea typeface="Microsoft YaHei Light" panose="020B0502040204020203" pitchFamily="34" charset="-122"/>
              </a:rPr>
              <a:t>和</a:t>
            </a:r>
            <a:r>
              <a:rPr lang="en-US" altLang="zh-CN" sz="1200" b="1" dirty="0" err="1">
                <a:latin typeface="Microsoft YaHei Light" panose="020B0502040204020203" pitchFamily="34" charset="-122"/>
                <a:ea typeface="Microsoft YaHei Light" panose="020B0502040204020203" pitchFamily="34" charset="-122"/>
              </a:rPr>
              <a:t>Noop</a:t>
            </a:r>
            <a:r>
              <a:rPr lang="zh-CN" altLang="en-US" sz="1200" b="1" dirty="0">
                <a:latin typeface="Microsoft YaHei Light" panose="020B0502040204020203" pitchFamily="34" charset="-122"/>
                <a:ea typeface="Microsoft YaHei Light" panose="020B0502040204020203" pitchFamily="34" charset="-122"/>
              </a:rPr>
              <a:t>（空）共识，客户端请求一律被包装成</a:t>
            </a:r>
            <a:r>
              <a:rPr lang="en-US" altLang="zh-CN" sz="1200" b="1" dirty="0">
                <a:latin typeface="Microsoft YaHei Light" panose="020B0502040204020203" pitchFamily="34" charset="-122"/>
                <a:ea typeface="Microsoft YaHei Light" panose="020B0502040204020203" pitchFamily="34" charset="-122"/>
              </a:rPr>
              <a:t>Tx</a:t>
            </a:r>
            <a:r>
              <a:rPr lang="zh-CN" altLang="en-US" sz="1200" b="1" dirty="0">
                <a:latin typeface="Microsoft YaHei Light" panose="020B0502040204020203" pitchFamily="34" charset="-122"/>
                <a:ea typeface="Microsoft YaHei Light" panose="020B0502040204020203" pitchFamily="34" charset="-122"/>
              </a:rPr>
              <a:t>格式送到共识模块，经过共识后，调用链码部分执行业务逻辑。</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endParaRPr lang="en-US" altLang="zh-CN" sz="1200" b="1" dirty="0">
              <a:latin typeface="Microsoft YaHei Light" panose="020B0502040204020203" pitchFamily="34" charset="-122"/>
              <a:ea typeface="Microsoft YaHei Light" panose="020B0502040204020203" pitchFamily="34" charset="-122"/>
            </a:endParaRPr>
          </a:p>
          <a:p>
            <a:pPr marL="342900" indent="-342900">
              <a:lnSpc>
                <a:spcPct val="150000"/>
              </a:lnSpc>
              <a:buAutoNum type="arabicPeriod"/>
            </a:pPr>
            <a:r>
              <a:rPr lang="zh-CN" altLang="en-US" sz="1200" b="1" dirty="0">
                <a:latin typeface="Microsoft YaHei Light" panose="020B0502040204020203" pitchFamily="34" charset="-122"/>
                <a:ea typeface="Microsoft YaHei Light" panose="020B0502040204020203" pitchFamily="34" charset="-122"/>
              </a:rPr>
              <a:t>目录结构（</a:t>
            </a:r>
            <a:r>
              <a:rPr lang="en-US" altLang="zh-CN" sz="1200" b="1" dirty="0">
                <a:latin typeface="Microsoft YaHei Light" panose="020B0502040204020203" pitchFamily="34" charset="-122"/>
                <a:ea typeface="Microsoft YaHei Light" panose="020B0502040204020203" pitchFamily="34" charset="-122"/>
              </a:rPr>
              <a:t>/fabric/consensus/</a:t>
            </a:r>
            <a:r>
              <a:rPr lang="en-US" altLang="zh-CN" sz="1200" b="1" dirty="0" err="1">
                <a:latin typeface="Microsoft YaHei Light" panose="020B0502040204020203" pitchFamily="34" charset="-122"/>
                <a:ea typeface="Microsoft YaHei Light" panose="020B0502040204020203" pitchFamily="34" charset="-122"/>
              </a:rPr>
              <a:t>pbft</a:t>
            </a:r>
            <a:r>
              <a:rPr lang="zh-CN" altLang="en-US" sz="1200" b="1" dirty="0">
                <a:latin typeface="Microsoft YaHei Light" panose="020B0502040204020203" pitchFamily="34" charset="-122"/>
                <a:ea typeface="Microsoft YaHei Light" panose="020B0502040204020203" pitchFamily="34" charset="-122"/>
              </a:rPr>
              <a:t>）</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batch.go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批处理</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broadcast.go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广播</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config.yaml</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配置文件</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deduplicator.go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去重</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external.go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对外暴露接口</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messages.pb.go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消息定义</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messages.proto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消息</a:t>
            </a:r>
            <a:r>
              <a:rPr lang="en-US" altLang="zh-CN" sz="1200" b="1" dirty="0">
                <a:latin typeface="Microsoft YaHei Light" panose="020B0502040204020203" pitchFamily="34" charset="-122"/>
                <a:ea typeface="Microsoft YaHei Light" panose="020B0502040204020203" pitchFamily="34" charset="-122"/>
              </a:rPr>
              <a:t>pb</a:t>
            </a: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pbft-core.go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主处理逻辑</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pbft.go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节点相关框架</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pbft-persist.go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持久化存储</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persist-</a:t>
            </a:r>
            <a:r>
              <a:rPr lang="en-US" altLang="zh-CN" sz="1200" b="1" dirty="0" err="1">
                <a:latin typeface="Microsoft YaHei Light" panose="020B0502040204020203" pitchFamily="34" charset="-122"/>
                <a:ea typeface="Microsoft YaHei Light" panose="020B0502040204020203" pitchFamily="34" charset="-122"/>
              </a:rPr>
              <a:t>forward.go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持久化存储适配包装</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requeststore.go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消息存储</a:t>
            </a:r>
            <a:r>
              <a:rPr lang="en-US" altLang="zh-CN" sz="1200" b="1" dirty="0">
                <a:latin typeface="Microsoft YaHei Light" panose="020B0502040204020203" pitchFamily="34" charset="-122"/>
                <a:ea typeface="Microsoft YaHei Light" panose="020B0502040204020203" pitchFamily="34" charset="-122"/>
              </a:rPr>
              <a:t>/</a:t>
            </a:r>
            <a:r>
              <a:rPr lang="zh-CN" altLang="en-US" sz="1200" b="1" dirty="0">
                <a:latin typeface="Microsoft YaHei Light" panose="020B0502040204020203" pitchFamily="34" charset="-122"/>
                <a:ea typeface="Microsoft YaHei Light" panose="020B0502040204020203" pitchFamily="34" charset="-122"/>
              </a:rPr>
              <a:t>队列组件</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sign.go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签名</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util.go</a:t>
            </a:r>
            <a:r>
              <a:rPr lang="en-US" altLang="zh-CN" sz="1200" b="1" dirty="0">
                <a:latin typeface="Microsoft YaHei Light" panose="020B0502040204020203" pitchFamily="34" charset="-122"/>
                <a:ea typeface="Microsoft YaHei Light" panose="020B0502040204020203" pitchFamily="34" charset="-122"/>
              </a:rPr>
              <a:t>		//</a:t>
            </a:r>
            <a:r>
              <a:rPr lang="zh-CN" altLang="en-US" sz="1200" b="1" dirty="0">
                <a:latin typeface="Microsoft YaHei Light" panose="020B0502040204020203" pitchFamily="34" charset="-122"/>
                <a:ea typeface="Microsoft YaHei Light" panose="020B0502040204020203" pitchFamily="34" charset="-122"/>
              </a:rPr>
              <a:t>工具</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viewchange.go</a:t>
            </a:r>
            <a:r>
              <a:rPr lang="en-US" altLang="zh-CN" sz="1200" b="1" dirty="0">
                <a:latin typeface="Microsoft YaHei Light" panose="020B0502040204020203" pitchFamily="34" charset="-122"/>
                <a:ea typeface="Microsoft YaHei Light" panose="020B0502040204020203" pitchFamily="34" charset="-122"/>
              </a:rPr>
              <a:t>	//</a:t>
            </a:r>
            <a:r>
              <a:rPr lang="en-US" altLang="zh-CN" sz="1200" b="1" dirty="0" err="1">
                <a:latin typeface="Microsoft YaHei Light" panose="020B0502040204020203" pitchFamily="34" charset="-122"/>
                <a:ea typeface="Microsoft YaHei Light" panose="020B0502040204020203" pitchFamily="34" charset="-122"/>
              </a:rPr>
              <a:t>viewchange</a:t>
            </a:r>
            <a:r>
              <a:rPr lang="zh-CN" altLang="en-US" sz="1200" b="1" dirty="0">
                <a:latin typeface="Microsoft YaHei Light" panose="020B0502040204020203" pitchFamily="34" charset="-122"/>
                <a:ea typeface="Microsoft YaHei Light" panose="020B0502040204020203" pitchFamily="34" charset="-122"/>
              </a:rPr>
              <a:t>相关</a:t>
            </a: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endParaRPr lang="en-US" altLang="zh-CN" sz="1200" b="1" dirty="0">
              <a:latin typeface="Microsoft YaHei Light" panose="020B0502040204020203" pitchFamily="34" charset="-122"/>
              <a:ea typeface="Microsoft YaHei Light" panose="020B0502040204020203" pitchFamily="34" charset="-122"/>
            </a:endParaRPr>
          </a:p>
          <a:p>
            <a:pPr>
              <a:lnSpc>
                <a:spcPct val="150000"/>
              </a:lnSpc>
            </a:pPr>
            <a:endParaRPr lang="zh-CN" altLang="en-US" sz="1200" b="1" dirty="0">
              <a:latin typeface="Microsoft YaHei Light" panose="020B0502040204020203" pitchFamily="34" charset="-122"/>
              <a:ea typeface="Microsoft YaHei Light" panose="020B0502040204020203" pitchFamily="34" charset="-122"/>
            </a:endParaRPr>
          </a:p>
        </p:txBody>
      </p:sp>
      <p:sp>
        <p:nvSpPr>
          <p:cNvPr id="9" name="文本框 8">
            <a:extLst>
              <a:ext uri="{FF2B5EF4-FFF2-40B4-BE49-F238E27FC236}">
                <a16:creationId xmlns:a16="http://schemas.microsoft.com/office/drawing/2014/main" id="{E29B4153-9C3E-4289-6D7F-EB82A67BC180}"/>
              </a:ext>
            </a:extLst>
          </p:cNvPr>
          <p:cNvSpPr txBox="1"/>
          <p:nvPr/>
        </p:nvSpPr>
        <p:spPr>
          <a:xfrm>
            <a:off x="5358580" y="1730477"/>
            <a:ext cx="5220929" cy="2317879"/>
          </a:xfrm>
          <a:prstGeom prst="rect">
            <a:avLst/>
          </a:prstGeom>
          <a:noFill/>
        </p:spPr>
        <p:txBody>
          <a:bodyPr wrap="square" rtlCol="0">
            <a:spAutoFit/>
          </a:bodyPr>
          <a:lstStyle/>
          <a:p>
            <a:pPr>
              <a:lnSpc>
                <a:spcPct val="150000"/>
              </a:lnSpc>
            </a:pPr>
            <a:r>
              <a:rPr lang="zh-CN" altLang="en-US" b="1" dirty="0">
                <a:latin typeface="Microsoft YaHei Light" panose="020B0502040204020203" pitchFamily="34" charset="-122"/>
                <a:ea typeface="Microsoft YaHei Light" panose="020B0502040204020203" pitchFamily="34" charset="-122"/>
              </a:rPr>
              <a:t>共识模块在</a:t>
            </a:r>
            <a:r>
              <a:rPr lang="en-US" altLang="zh-CN" b="1" dirty="0">
                <a:latin typeface="Microsoft YaHei Light" panose="020B0502040204020203" pitchFamily="34" charset="-122"/>
                <a:ea typeface="Microsoft YaHei Light" panose="020B0502040204020203" pitchFamily="34" charset="-122"/>
              </a:rPr>
              <a:t>server</a:t>
            </a:r>
            <a:r>
              <a:rPr lang="zh-CN" altLang="en-US" b="1" dirty="0">
                <a:latin typeface="Microsoft YaHei Light" panose="020B0502040204020203" pitchFamily="34" charset="-122"/>
                <a:ea typeface="Microsoft YaHei Light" panose="020B0502040204020203" pitchFamily="34" charset="-122"/>
              </a:rPr>
              <a:t>启动时以插件形式注册（</a:t>
            </a:r>
            <a:r>
              <a:rPr lang="en-US" altLang="zh-CN" b="1" dirty="0">
                <a:solidFill>
                  <a:schemeClr val="accent1"/>
                </a:solidFill>
                <a:latin typeface="Microsoft YaHei Light" panose="020B0502040204020203" pitchFamily="34" charset="-122"/>
                <a:ea typeface="Microsoft YaHei Light" panose="020B0502040204020203" pitchFamily="34" charset="-122"/>
              </a:rPr>
              <a:t>consensus/helper/</a:t>
            </a:r>
            <a:r>
              <a:rPr lang="en-US" altLang="zh-CN" b="1" dirty="0" err="1">
                <a:solidFill>
                  <a:schemeClr val="accent1"/>
                </a:solidFill>
                <a:latin typeface="Microsoft YaHei Light" panose="020B0502040204020203" pitchFamily="34" charset="-122"/>
                <a:ea typeface="Microsoft YaHei Light" panose="020B0502040204020203" pitchFamily="34" charset="-122"/>
              </a:rPr>
              <a:t>engine.go</a:t>
            </a:r>
            <a:r>
              <a:rPr lang="en-US" altLang="zh-CN" b="1" dirty="0">
                <a:solidFill>
                  <a:schemeClr val="accent1"/>
                </a:solidFill>
                <a:latin typeface="Microsoft YaHei Light" panose="020B0502040204020203" pitchFamily="34" charset="-122"/>
                <a:ea typeface="Microsoft YaHei Light" panose="020B0502040204020203" pitchFamily="34" charset="-122"/>
              </a:rPr>
              <a:t>/</a:t>
            </a:r>
            <a:r>
              <a:rPr lang="en-US" altLang="zh-CN" b="1" dirty="0" err="1">
                <a:solidFill>
                  <a:schemeClr val="accent1"/>
                </a:solidFill>
                <a:latin typeface="Microsoft YaHei Light" panose="020B0502040204020203" pitchFamily="34" charset="-122"/>
                <a:ea typeface="Microsoft YaHei Light" panose="020B0502040204020203" pitchFamily="34" charset="-122"/>
              </a:rPr>
              <a:t>GetEngine</a:t>
            </a:r>
            <a:r>
              <a:rPr lang="zh-CN" altLang="en-US" b="1" dirty="0">
                <a:solidFill>
                  <a:schemeClr val="accent1"/>
                </a:solidFill>
                <a:latin typeface="Microsoft YaHei Light" panose="020B0502040204020203" pitchFamily="34" charset="-122"/>
                <a:ea typeface="Microsoft YaHei Light" panose="020B0502040204020203" pitchFamily="34" charset="-122"/>
              </a:rPr>
              <a:t>， </a:t>
            </a:r>
            <a:r>
              <a:rPr lang="en-US" altLang="zh-CN" b="1" dirty="0">
                <a:solidFill>
                  <a:schemeClr val="accent1"/>
                </a:solidFill>
                <a:latin typeface="Microsoft YaHei Light" panose="020B0502040204020203" pitchFamily="34" charset="-122"/>
                <a:ea typeface="Microsoft YaHei Light" panose="020B0502040204020203" pitchFamily="34" charset="-122"/>
              </a:rPr>
              <a:t>consensus/controller/</a:t>
            </a:r>
            <a:r>
              <a:rPr lang="en-US" altLang="zh-CN" b="1" dirty="0" err="1">
                <a:solidFill>
                  <a:schemeClr val="accent1"/>
                </a:solidFill>
                <a:latin typeface="Microsoft YaHei Light" panose="020B0502040204020203" pitchFamily="34" charset="-122"/>
                <a:ea typeface="Microsoft YaHei Light" panose="020B0502040204020203" pitchFamily="34" charset="-122"/>
              </a:rPr>
              <a:t>controller.go</a:t>
            </a:r>
            <a:r>
              <a:rPr lang="en-US" altLang="zh-CN" b="1" dirty="0">
                <a:solidFill>
                  <a:schemeClr val="accent1"/>
                </a:solidFill>
                <a:latin typeface="Microsoft YaHei Light" panose="020B0502040204020203" pitchFamily="34" charset="-122"/>
                <a:ea typeface="Microsoft YaHei Light" panose="020B0502040204020203" pitchFamily="34" charset="-122"/>
              </a:rPr>
              <a:t>/</a:t>
            </a:r>
            <a:r>
              <a:rPr lang="en-US" altLang="zh-CN" b="1" dirty="0" err="1">
                <a:solidFill>
                  <a:schemeClr val="accent1"/>
                </a:solidFill>
                <a:latin typeface="Microsoft YaHei Light" panose="020B0502040204020203" pitchFamily="34" charset="-122"/>
                <a:ea typeface="Microsoft YaHei Light" panose="020B0502040204020203" pitchFamily="34" charset="-122"/>
              </a:rPr>
              <a:t>NewConsenter</a:t>
            </a:r>
            <a:r>
              <a:rPr lang="en-US" altLang="zh-CN" b="1" dirty="0">
                <a:solidFill>
                  <a:schemeClr val="accent1"/>
                </a:solidFill>
                <a:latin typeface="Microsoft YaHei Light" panose="020B0502040204020203" pitchFamily="34" charset="-122"/>
                <a:ea typeface="Microsoft YaHei Light" panose="020B0502040204020203" pitchFamily="34" charset="-122"/>
              </a:rPr>
              <a:t> </a:t>
            </a:r>
            <a:r>
              <a:rPr lang="zh-CN" altLang="en-US" b="1" dirty="0">
                <a:latin typeface="Microsoft YaHei Light" panose="020B0502040204020203" pitchFamily="34" charset="-122"/>
                <a:ea typeface="Microsoft YaHei Light" panose="020B0502040204020203" pitchFamily="34" charset="-122"/>
              </a:rPr>
              <a:t>）</a:t>
            </a:r>
            <a:endParaRPr lang="en-US" altLang="zh-CN" b="1" dirty="0">
              <a:latin typeface="Microsoft YaHei Light" panose="020B0502040204020203" pitchFamily="34" charset="-122"/>
              <a:ea typeface="Microsoft YaHei Light" panose="020B0502040204020203" pitchFamily="34" charset="-122"/>
            </a:endParaRPr>
          </a:p>
          <a:p>
            <a:pPr>
              <a:lnSpc>
                <a:spcPct val="150000"/>
              </a:lnSpc>
            </a:pPr>
            <a:endParaRPr lang="zh-CN" altLang="en-US" b="1" dirty="0">
              <a:latin typeface="Microsoft YaHei Light" panose="020B0502040204020203" pitchFamily="34" charset="-122"/>
              <a:ea typeface="Microsoft YaHei Light" panose="020B0502040204020203" pitchFamily="34" charset="-122"/>
            </a:endParaRPr>
          </a:p>
          <a:p>
            <a:pPr>
              <a:lnSpc>
                <a:spcPct val="150000"/>
              </a:lnSpc>
            </a:pPr>
            <a:r>
              <a:rPr lang="en-US" altLang="zh-CN" b="1" dirty="0" err="1">
                <a:latin typeface="Microsoft YaHei Light" panose="020B0502040204020203" pitchFamily="34" charset="-122"/>
                <a:ea typeface="Microsoft YaHei Light" panose="020B0502040204020203" pitchFamily="34" charset="-122"/>
              </a:rPr>
              <a:t>Pbft</a:t>
            </a:r>
            <a:r>
              <a:rPr lang="zh-CN" altLang="en-US" b="1" dirty="0">
                <a:latin typeface="Microsoft YaHei Light" panose="020B0502040204020203" pitchFamily="34" charset="-122"/>
                <a:ea typeface="Microsoft YaHei Light" panose="020B0502040204020203" pitchFamily="34" charset="-122"/>
              </a:rPr>
              <a:t>共识整体通过</a:t>
            </a:r>
            <a:r>
              <a:rPr lang="en-US" altLang="zh-CN" b="1" dirty="0" err="1">
                <a:latin typeface="Microsoft YaHei Light" panose="020B0502040204020203" pitchFamily="34" charset="-122"/>
                <a:ea typeface="Microsoft YaHei Light" panose="020B0502040204020203" pitchFamily="34" charset="-122"/>
              </a:rPr>
              <a:t>external.go</a:t>
            </a:r>
            <a:r>
              <a:rPr lang="zh-CN" altLang="en-US" b="1" dirty="0">
                <a:latin typeface="Microsoft YaHei Light" panose="020B0502040204020203" pitchFamily="34" charset="-122"/>
                <a:ea typeface="Microsoft YaHei Light" panose="020B0502040204020203" pitchFamily="34" charset="-122"/>
              </a:rPr>
              <a:t>接收框架处理过的</a:t>
            </a:r>
            <a:r>
              <a:rPr lang="en-US" altLang="zh-CN" b="1" dirty="0">
                <a:latin typeface="Microsoft YaHei Light" panose="020B0502040204020203" pitchFamily="34" charset="-122"/>
                <a:ea typeface="Microsoft YaHei Light" panose="020B0502040204020203" pitchFamily="34" charset="-122"/>
              </a:rPr>
              <a:t>Tx</a:t>
            </a:r>
            <a:r>
              <a:rPr lang="zh-CN" altLang="en-US" b="1" dirty="0">
                <a:latin typeface="Microsoft YaHei Light" panose="020B0502040204020203" pitchFamily="34" charset="-122"/>
                <a:ea typeface="Microsoft YaHei Light" panose="020B0502040204020203" pitchFamily="34" charset="-122"/>
              </a:rPr>
              <a:t>，</a:t>
            </a:r>
            <a:r>
              <a:rPr lang="en-US" altLang="zh-CN" b="1" dirty="0">
                <a:latin typeface="Microsoft YaHei Light" panose="020B0502040204020203" pitchFamily="34" charset="-122"/>
                <a:ea typeface="Microsoft YaHei Light" panose="020B0502040204020203" pitchFamily="34" charset="-122"/>
              </a:rPr>
              <a:t>Tx</a:t>
            </a:r>
            <a:r>
              <a:rPr lang="zh-CN" altLang="en-US" b="1" dirty="0">
                <a:latin typeface="Microsoft YaHei Light" panose="020B0502040204020203" pitchFamily="34" charset="-122"/>
                <a:ea typeface="Microsoft YaHei Light" panose="020B0502040204020203" pitchFamily="34" charset="-122"/>
              </a:rPr>
              <a:t>经过</a:t>
            </a:r>
            <a:r>
              <a:rPr lang="en-US" altLang="zh-CN" b="1" dirty="0" err="1">
                <a:latin typeface="Microsoft YaHei Light" panose="020B0502040204020203" pitchFamily="34" charset="-122"/>
                <a:ea typeface="Microsoft YaHei Light" panose="020B0502040204020203" pitchFamily="34" charset="-122"/>
              </a:rPr>
              <a:t>batch.go</a:t>
            </a:r>
            <a:r>
              <a:rPr lang="zh-CN" altLang="en-US" b="1" dirty="0">
                <a:latin typeface="Microsoft YaHei Light" panose="020B0502040204020203" pitchFamily="34" charset="-122"/>
                <a:ea typeface="Microsoft YaHei Light" panose="020B0502040204020203" pitchFamily="34" charset="-122"/>
              </a:rPr>
              <a:t>按批处理</a:t>
            </a:r>
            <a:r>
              <a:rPr lang="en-US" altLang="zh-CN" b="1" dirty="0">
                <a:latin typeface="Microsoft YaHei Light" panose="020B0502040204020203" pitchFamily="34" charset="-122"/>
                <a:ea typeface="Microsoft YaHei Light" panose="020B0502040204020203" pitchFamily="34" charset="-122"/>
              </a:rPr>
              <a:t>(</a:t>
            </a:r>
            <a:r>
              <a:rPr lang="en-US" altLang="zh-CN" b="1" dirty="0">
                <a:solidFill>
                  <a:schemeClr val="accent1"/>
                </a:solidFill>
                <a:latin typeface="Microsoft YaHei Light" panose="020B0502040204020203" pitchFamily="34" charset="-122"/>
                <a:ea typeface="Microsoft YaHei Light" panose="020B0502040204020203" pitchFamily="34" charset="-122"/>
              </a:rPr>
              <a:t>consensus/</a:t>
            </a:r>
            <a:r>
              <a:rPr lang="en-US" altLang="zh-CN" b="1" dirty="0" err="1">
                <a:solidFill>
                  <a:schemeClr val="accent1"/>
                </a:solidFill>
                <a:latin typeface="Microsoft YaHei Light" panose="020B0502040204020203" pitchFamily="34" charset="-122"/>
                <a:ea typeface="Microsoft YaHei Light" panose="020B0502040204020203" pitchFamily="34" charset="-122"/>
              </a:rPr>
              <a:t>pbft</a:t>
            </a:r>
            <a:r>
              <a:rPr lang="en-US" altLang="zh-CN" b="1" dirty="0">
                <a:solidFill>
                  <a:schemeClr val="accent1"/>
                </a:solidFill>
                <a:latin typeface="Microsoft YaHei Light" panose="020B0502040204020203" pitchFamily="34" charset="-122"/>
                <a:ea typeface="Microsoft YaHei Light" panose="020B0502040204020203" pitchFamily="34" charset="-122"/>
              </a:rPr>
              <a:t>/</a:t>
            </a:r>
            <a:r>
              <a:rPr lang="en-US" altLang="zh-CN" b="1" dirty="0" err="1">
                <a:solidFill>
                  <a:schemeClr val="accent1"/>
                </a:solidFill>
                <a:latin typeface="Microsoft YaHei Light" panose="020B0502040204020203" pitchFamily="34" charset="-122"/>
                <a:ea typeface="Microsoft YaHei Light" panose="020B0502040204020203" pitchFamily="34" charset="-122"/>
              </a:rPr>
              <a:t>batch.go</a:t>
            </a:r>
            <a:r>
              <a:rPr lang="en-US" altLang="zh-CN" b="1" dirty="0">
                <a:latin typeface="Microsoft YaHei Light" panose="020B0502040204020203" pitchFamily="34" charset="-122"/>
                <a:ea typeface="Microsoft YaHei Light" panose="020B0502040204020203" pitchFamily="34" charset="-122"/>
              </a:rPr>
              <a:t>)</a:t>
            </a:r>
            <a:r>
              <a:rPr lang="zh-CN" altLang="en-US" b="1" dirty="0">
                <a:latin typeface="Microsoft YaHei Light" panose="020B0502040204020203" pitchFamily="34" charset="-122"/>
                <a:ea typeface="Microsoft YaHei Light" panose="020B0502040204020203" pitchFamily="34" charset="-122"/>
              </a:rPr>
              <a:t>，按批经过</a:t>
            </a:r>
            <a:r>
              <a:rPr lang="en-US" altLang="zh-CN" b="1" dirty="0" err="1">
                <a:latin typeface="Microsoft YaHei Light" panose="020B0502040204020203" pitchFamily="34" charset="-122"/>
                <a:ea typeface="Microsoft YaHei Light" panose="020B0502040204020203" pitchFamily="34" charset="-122"/>
              </a:rPr>
              <a:t>pbft</a:t>
            </a:r>
            <a:r>
              <a:rPr lang="en-US" altLang="zh-CN" b="1" dirty="0">
                <a:latin typeface="Microsoft YaHei Light" panose="020B0502040204020203" pitchFamily="34" charset="-122"/>
                <a:ea typeface="Microsoft YaHei Light" panose="020B0502040204020203" pitchFamily="34" charset="-122"/>
              </a:rPr>
              <a:t>-core</a:t>
            </a:r>
            <a:r>
              <a:rPr lang="zh-CN" altLang="en-US" b="1" dirty="0">
                <a:latin typeface="Microsoft YaHei Light" panose="020B0502040204020203" pitchFamily="34" charset="-122"/>
                <a:ea typeface="Microsoft YaHei Light" panose="020B0502040204020203" pitchFamily="34" charset="-122"/>
              </a:rPr>
              <a:t>三阶段共识</a:t>
            </a:r>
            <a:r>
              <a:rPr lang="en-US" altLang="zh-CN" b="1" dirty="0">
                <a:latin typeface="Microsoft YaHei Light" panose="020B0502040204020203" pitchFamily="34" charset="-122"/>
                <a:ea typeface="Microsoft YaHei Light" panose="020B0502040204020203" pitchFamily="34" charset="-122"/>
              </a:rPr>
              <a:t>(</a:t>
            </a:r>
            <a:r>
              <a:rPr lang="en-US" altLang="zh-CN" b="1" dirty="0">
                <a:solidFill>
                  <a:schemeClr val="accent1"/>
                </a:solidFill>
                <a:latin typeface="Microsoft YaHei Light" panose="020B0502040204020203" pitchFamily="34" charset="-122"/>
                <a:ea typeface="Microsoft YaHei Light" panose="020B0502040204020203" pitchFamily="34" charset="-122"/>
              </a:rPr>
              <a:t>consensus/</a:t>
            </a:r>
            <a:r>
              <a:rPr lang="en-US" altLang="zh-CN" b="1" dirty="0" err="1">
                <a:solidFill>
                  <a:schemeClr val="accent1"/>
                </a:solidFill>
                <a:latin typeface="Microsoft YaHei Light" panose="020B0502040204020203" pitchFamily="34" charset="-122"/>
                <a:ea typeface="Microsoft YaHei Light" panose="020B0502040204020203" pitchFamily="34" charset="-122"/>
              </a:rPr>
              <a:t>pbft</a:t>
            </a:r>
            <a:r>
              <a:rPr lang="en-US" altLang="zh-CN" b="1" dirty="0">
                <a:solidFill>
                  <a:schemeClr val="accent1"/>
                </a:solidFill>
                <a:latin typeface="Microsoft YaHei Light" panose="020B0502040204020203" pitchFamily="34" charset="-122"/>
                <a:ea typeface="Microsoft YaHei Light" panose="020B0502040204020203" pitchFamily="34" charset="-122"/>
              </a:rPr>
              <a:t>/</a:t>
            </a:r>
            <a:r>
              <a:rPr lang="en-US" altLang="zh-CN" b="1" dirty="0" err="1">
                <a:solidFill>
                  <a:schemeClr val="accent1"/>
                </a:solidFill>
                <a:latin typeface="Microsoft YaHei Light" panose="020B0502040204020203" pitchFamily="34" charset="-122"/>
                <a:ea typeface="Microsoft YaHei Light" panose="020B0502040204020203" pitchFamily="34" charset="-122"/>
              </a:rPr>
              <a:t>pbft-core.go</a:t>
            </a:r>
            <a:r>
              <a:rPr lang="en-US" altLang="zh-CN" b="1" dirty="0">
                <a:latin typeface="Microsoft YaHei Light" panose="020B0502040204020203" pitchFamily="34" charset="-122"/>
                <a:ea typeface="Microsoft YaHei Light" panose="020B0502040204020203" pitchFamily="34" charset="-122"/>
              </a:rPr>
              <a:t>)</a:t>
            </a:r>
            <a:r>
              <a:rPr lang="zh-CN" altLang="en-US" b="1" dirty="0">
                <a:latin typeface="Microsoft YaHei Light" panose="020B0502040204020203" pitchFamily="34" charset="-122"/>
                <a:ea typeface="Microsoft YaHei Light" panose="020B0502040204020203" pitchFamily="34" charset="-122"/>
              </a:rPr>
              <a:t>。</a:t>
            </a:r>
            <a:endParaRPr lang="en-US" altLang="zh-CN" b="1" dirty="0">
              <a:latin typeface="Microsoft YaHei Light" panose="020B0502040204020203" pitchFamily="34" charset="-122"/>
              <a:ea typeface="Microsoft YaHei Light" panose="020B0502040204020203" pitchFamily="34" charset="-122"/>
            </a:endParaRPr>
          </a:p>
        </p:txBody>
      </p:sp>
    </p:spTree>
    <p:extLst>
      <p:ext uri="{BB962C8B-B14F-4D97-AF65-F5344CB8AC3E}">
        <p14:creationId xmlns:p14="http://schemas.microsoft.com/office/powerpoint/2010/main" val="3935872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5480367D-FEB2-FFB5-1566-7A6B32DF8E51}"/>
              </a:ext>
            </a:extLst>
          </p:cNvPr>
          <p:cNvPicPr>
            <a:picLocks noChangeAspect="1"/>
          </p:cNvPicPr>
          <p:nvPr/>
        </p:nvPicPr>
        <p:blipFill>
          <a:blip r:embed="rId2"/>
          <a:stretch>
            <a:fillRect/>
          </a:stretch>
        </p:blipFill>
        <p:spPr>
          <a:xfrm>
            <a:off x="1329200" y="621664"/>
            <a:ext cx="9810748" cy="3570128"/>
          </a:xfrm>
          <a:prstGeom prst="rect">
            <a:avLst/>
          </a:prstGeom>
        </p:spPr>
      </p:pic>
      <p:sp>
        <p:nvSpPr>
          <p:cNvPr id="12" name="文本框 11">
            <a:extLst>
              <a:ext uri="{FF2B5EF4-FFF2-40B4-BE49-F238E27FC236}">
                <a16:creationId xmlns:a16="http://schemas.microsoft.com/office/drawing/2014/main" id="{10FBA06E-A9DA-718A-1689-E6DF006729F4}"/>
              </a:ext>
            </a:extLst>
          </p:cNvPr>
          <p:cNvSpPr txBox="1"/>
          <p:nvPr/>
        </p:nvSpPr>
        <p:spPr>
          <a:xfrm>
            <a:off x="780128" y="4284814"/>
            <a:ext cx="10908891" cy="2316403"/>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以</a:t>
            </a:r>
            <a:r>
              <a:rPr lang="en-US" altLang="zh-CN" dirty="0">
                <a:latin typeface="微软雅黑" panose="020B0503020204020204" pitchFamily="34" charset="-122"/>
                <a:ea typeface="微软雅黑" panose="020B0503020204020204" pitchFamily="34" charset="-122"/>
              </a:rPr>
              <a:t>invoke</a:t>
            </a:r>
            <a:r>
              <a:rPr lang="zh-CN" altLang="en-US" dirty="0">
                <a:latin typeface="微软雅黑" panose="020B0503020204020204" pitchFamily="34" charset="-122"/>
                <a:ea typeface="微软雅黑" panose="020B0503020204020204" pitchFamily="34" charset="-122"/>
              </a:rPr>
              <a:t>发起一次请求为例</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dirty="0">
                <a:latin typeface="微软雅黑" panose="020B0503020204020204" pitchFamily="34" charset="-122"/>
                <a:ea typeface="微软雅黑" panose="020B0503020204020204" pitchFamily="34" charset="-122"/>
              </a:rPr>
              <a:t>请求被打包成</a:t>
            </a:r>
            <a:r>
              <a:rPr lang="en-US" altLang="zh-CN" dirty="0">
                <a:latin typeface="微软雅黑" panose="020B0503020204020204" pitchFamily="34" charset="-122"/>
                <a:ea typeface="微软雅黑" panose="020B0503020204020204" pitchFamily="34" charset="-122"/>
              </a:rPr>
              <a:t>Tx</a:t>
            </a:r>
            <a:r>
              <a:rPr lang="zh-CN" altLang="en-US" dirty="0">
                <a:latin typeface="微软雅黑" panose="020B0503020204020204" pitchFamily="34" charset="-122"/>
                <a:ea typeface="微软雅黑" panose="020B0503020204020204" pitchFamily="34" charset="-122"/>
              </a:rPr>
              <a:t>格式</a:t>
            </a:r>
            <a:r>
              <a:rPr lang="en-US" altLang="zh-CN" dirty="0">
                <a:latin typeface="微软雅黑" panose="020B0503020204020204" pitchFamily="34" charset="-122"/>
                <a:ea typeface="微软雅黑" panose="020B0503020204020204" pitchFamily="34" charset="-122"/>
              </a:rPr>
              <a:t>(</a:t>
            </a:r>
            <a:r>
              <a:rPr lang="en-US" altLang="zh-CN" dirty="0">
                <a:solidFill>
                  <a:schemeClr val="accent1"/>
                </a:solidFill>
                <a:latin typeface="微软雅黑" panose="020B0503020204020204" pitchFamily="34" charset="-122"/>
                <a:ea typeface="微软雅黑" panose="020B0503020204020204" pitchFamily="34" charset="-122"/>
              </a:rPr>
              <a:t>core/</a:t>
            </a:r>
            <a:r>
              <a:rPr lang="en-US" altLang="zh-CN" dirty="0" err="1">
                <a:solidFill>
                  <a:schemeClr val="accent1"/>
                </a:solidFill>
                <a:latin typeface="微软雅黑" panose="020B0503020204020204" pitchFamily="34" charset="-122"/>
                <a:ea typeface="微软雅黑" panose="020B0503020204020204" pitchFamily="34" charset="-122"/>
              </a:rPr>
              <a:t>devops.go</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invokeOrQuery</a:t>
            </a:r>
            <a:r>
              <a:rPr lang="en-US" altLang="zh-CN" dirty="0">
                <a:latin typeface="微软雅黑" panose="020B0503020204020204" pitchFamily="34" charset="-122"/>
                <a:ea typeface="微软雅黑" panose="020B0503020204020204" pitchFamily="34" charset="-122"/>
              </a:rPr>
              <a:t>)</a:t>
            </a:r>
          </a:p>
          <a:p>
            <a:pPr marL="342900" indent="-342900">
              <a:lnSpc>
                <a:spcPct val="150000"/>
              </a:lnSpc>
              <a:buAutoNum type="arabicPeriod"/>
            </a:pPr>
            <a:r>
              <a:rPr lang="zh-CN" altLang="en-US" dirty="0">
                <a:latin typeface="微软雅黑" panose="020B0503020204020204" pitchFamily="34" charset="-122"/>
                <a:ea typeface="微软雅黑" panose="020B0503020204020204" pitchFamily="34" charset="-122"/>
              </a:rPr>
              <a:t>接收请求者判断自身是否是共识节点</a:t>
            </a:r>
            <a:r>
              <a:rPr lang="en-US" altLang="zh-CN" dirty="0">
                <a:latin typeface="微软雅黑" panose="020B0503020204020204" pitchFamily="34" charset="-122"/>
                <a:ea typeface="微软雅黑" panose="020B0503020204020204" pitchFamily="34" charset="-122"/>
              </a:rPr>
              <a:t>(</a:t>
            </a:r>
            <a:r>
              <a:rPr lang="en-US" altLang="zh-CN" dirty="0">
                <a:solidFill>
                  <a:schemeClr val="accent1"/>
                </a:solidFill>
                <a:latin typeface="微软雅黑" panose="020B0503020204020204" pitchFamily="34" charset="-122"/>
                <a:ea typeface="微软雅黑" panose="020B0503020204020204" pitchFamily="34" charset="-122"/>
              </a:rPr>
              <a:t>core/peer/</a:t>
            </a:r>
            <a:r>
              <a:rPr lang="en-US" altLang="zh-CN" dirty="0" err="1">
                <a:solidFill>
                  <a:schemeClr val="accent1"/>
                </a:solidFill>
                <a:latin typeface="微软雅黑" panose="020B0503020204020204" pitchFamily="34" charset="-122"/>
                <a:ea typeface="微软雅黑" panose="020B0503020204020204" pitchFamily="34" charset="-122"/>
              </a:rPr>
              <a:t>peer.go</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ExecuteTransaction</a:t>
            </a:r>
            <a:r>
              <a:rPr lang="en-US" altLang="zh-CN" dirty="0">
                <a:latin typeface="微软雅黑" panose="020B0503020204020204" pitchFamily="34" charset="-122"/>
                <a:ea typeface="微软雅黑" panose="020B0503020204020204" pitchFamily="34" charset="-122"/>
              </a:rPr>
              <a:t>)</a:t>
            </a:r>
          </a:p>
          <a:p>
            <a:pPr marL="342900" indent="-342900">
              <a:lnSpc>
                <a:spcPct val="150000"/>
              </a:lnSpc>
              <a:buAutoNum type="arabicPeriod"/>
            </a:pPr>
            <a:r>
              <a:rPr lang="zh-CN" altLang="en-US" dirty="0">
                <a:latin typeface="微软雅黑" panose="020B0503020204020204" pitchFamily="34" charset="-122"/>
                <a:ea typeface="微软雅黑" panose="020B0503020204020204" pitchFamily="34" charset="-122"/>
              </a:rPr>
              <a:t>如果是共识节点，包成</a:t>
            </a:r>
            <a:r>
              <a:rPr lang="en-US" altLang="zh-CN" dirty="0">
                <a:solidFill>
                  <a:schemeClr val="accent2"/>
                </a:solidFill>
                <a:latin typeface="微软雅黑" panose="020B0503020204020204" pitchFamily="34" charset="-122"/>
                <a:ea typeface="微软雅黑" panose="020B0503020204020204" pitchFamily="34" charset="-122"/>
              </a:rPr>
              <a:t>batchMessageEvent</a:t>
            </a:r>
            <a:r>
              <a:rPr lang="zh-CN" altLang="en-US" dirty="0">
                <a:latin typeface="微软雅黑" panose="020B0503020204020204" pitchFamily="34" charset="-122"/>
                <a:ea typeface="微软雅黑" panose="020B0503020204020204" pitchFamily="34" charset="-122"/>
              </a:rPr>
              <a:t>送入</a:t>
            </a:r>
            <a:r>
              <a:rPr lang="en-US" altLang="zh-CN" dirty="0">
                <a:latin typeface="微软雅黑" panose="020B0503020204020204" pitchFamily="34" charset="-122"/>
                <a:ea typeface="微软雅黑" panose="020B0503020204020204" pitchFamily="34" charset="-122"/>
              </a:rPr>
              <a:t>event</a:t>
            </a:r>
            <a:r>
              <a:rPr lang="zh-CN" altLang="en-US" dirty="0">
                <a:latin typeface="微软雅黑" panose="020B0503020204020204" pitchFamily="34" charset="-122"/>
                <a:ea typeface="微软雅黑" panose="020B0503020204020204" pitchFamily="34" charset="-122"/>
              </a:rPr>
              <a:t>队列，由事件循环消费处理</a:t>
            </a:r>
            <a:r>
              <a:rPr lang="en-US" altLang="zh-CN" dirty="0">
                <a:latin typeface="微软雅黑" panose="020B0503020204020204" pitchFamily="34" charset="-122"/>
                <a:ea typeface="微软雅黑" panose="020B0503020204020204" pitchFamily="34" charset="-122"/>
              </a:rPr>
              <a:t>(</a:t>
            </a:r>
            <a:r>
              <a:rPr lang="en-US" altLang="zh-CN" dirty="0">
                <a:solidFill>
                  <a:schemeClr val="accent1"/>
                </a:solidFill>
                <a:latin typeface="微软雅黑" panose="020B0503020204020204" pitchFamily="34" charset="-122"/>
                <a:ea typeface="微软雅黑" panose="020B0503020204020204" pitchFamily="34" charset="-122"/>
              </a:rPr>
              <a:t>core/peer/</a:t>
            </a:r>
            <a:r>
              <a:rPr lang="en-US" altLang="zh-CN" dirty="0" err="1">
                <a:solidFill>
                  <a:schemeClr val="accent1"/>
                </a:solidFill>
                <a:latin typeface="微软雅黑" panose="020B0503020204020204" pitchFamily="34" charset="-122"/>
                <a:ea typeface="微软雅黑" panose="020B0503020204020204" pitchFamily="34" charset="-122"/>
              </a:rPr>
              <a:t>peer.go</a:t>
            </a:r>
            <a:r>
              <a:rPr lang="en-US" altLang="zh-CN" dirty="0">
                <a:solidFill>
                  <a:schemeClr val="accent1"/>
                </a:solidFill>
                <a:latin typeface="微软雅黑" panose="020B0503020204020204" pitchFamily="34" charset="-122"/>
                <a:ea typeface="微软雅黑" panose="020B0503020204020204" pitchFamily="34" charset="-122"/>
              </a:rPr>
              <a:t> </a:t>
            </a:r>
            <a:r>
              <a:rPr lang="en-US" altLang="zh-CN" dirty="0" err="1">
                <a:solidFill>
                  <a:schemeClr val="accent1"/>
                </a:solidFill>
                <a:latin typeface="微软雅黑" panose="020B0503020204020204" pitchFamily="34" charset="-122"/>
                <a:ea typeface="微软雅黑" panose="020B0503020204020204" pitchFamily="34" charset="-122"/>
              </a:rPr>
              <a:t>sendTransactionsToLocalEngine</a:t>
            </a:r>
            <a:r>
              <a:rPr lang="en-US" altLang="zh-CN" dirty="0">
                <a:solidFill>
                  <a:schemeClr val="accent1"/>
                </a:solidFill>
                <a:latin typeface="微软雅黑" panose="020B0503020204020204" pitchFamily="34" charset="-122"/>
                <a:ea typeface="微软雅黑" panose="020B0503020204020204" pitchFamily="34" charset="-122"/>
              </a:rPr>
              <a:t>, consensus/</a:t>
            </a:r>
            <a:r>
              <a:rPr lang="en-US" altLang="zh-CN" dirty="0" err="1">
                <a:solidFill>
                  <a:schemeClr val="accent1"/>
                </a:solidFill>
                <a:latin typeface="微软雅黑" panose="020B0503020204020204" pitchFamily="34" charset="-122"/>
                <a:ea typeface="微软雅黑" panose="020B0503020204020204" pitchFamily="34" charset="-122"/>
              </a:rPr>
              <a:t>pbft</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external.go</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RecvMsg</a:t>
            </a:r>
            <a:r>
              <a:rPr lang="en-US" altLang="zh-CN" dirty="0">
                <a:latin typeface="微软雅黑" panose="020B0503020204020204" pitchFamily="34" charset="-122"/>
                <a:ea typeface="微软雅黑" panose="020B0503020204020204" pitchFamily="34" charset="-122"/>
              </a:rPr>
              <a:t>)</a:t>
            </a:r>
          </a:p>
          <a:p>
            <a:pPr marL="342900" indent="-342900">
              <a:lnSpc>
                <a:spcPct val="150000"/>
              </a:lnSpc>
              <a:buAutoNum type="arabicPeriod"/>
            </a:pPr>
            <a:r>
              <a:rPr lang="zh-CN" altLang="en-US" dirty="0">
                <a:latin typeface="微软雅黑" panose="020B0503020204020204" pitchFamily="34" charset="-122"/>
                <a:ea typeface="微软雅黑" panose="020B0503020204020204" pitchFamily="34" charset="-122"/>
              </a:rPr>
              <a:t>如果不是共识节点，随机转发给一个其它节点</a:t>
            </a:r>
            <a:r>
              <a:rPr lang="en-US" altLang="zh-CN" dirty="0">
                <a:latin typeface="微软雅黑" panose="020B0503020204020204" pitchFamily="34" charset="-122"/>
                <a:ea typeface="微软雅黑" panose="020B0503020204020204" pitchFamily="34" charset="-122"/>
              </a:rPr>
              <a:t>(</a:t>
            </a:r>
            <a:r>
              <a:rPr lang="en-US" altLang="zh-CN" dirty="0">
                <a:solidFill>
                  <a:schemeClr val="accent1"/>
                </a:solidFill>
                <a:latin typeface="微软雅黑" panose="020B0503020204020204" pitchFamily="34" charset="-122"/>
                <a:ea typeface="微软雅黑" panose="020B0503020204020204" pitchFamily="34" charset="-122"/>
              </a:rPr>
              <a:t>core/peer/</a:t>
            </a:r>
            <a:r>
              <a:rPr lang="en-US" altLang="zh-CN" dirty="0" err="1">
                <a:solidFill>
                  <a:schemeClr val="accent1"/>
                </a:solidFill>
                <a:latin typeface="微软雅黑" panose="020B0503020204020204" pitchFamily="34" charset="-122"/>
                <a:ea typeface="微软雅黑" panose="020B0503020204020204" pitchFamily="34" charset="-122"/>
              </a:rPr>
              <a:t>peer.go</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SendTransactionsToPeer</a:t>
            </a:r>
            <a:r>
              <a:rPr lang="en-US" altLang="zh-CN" dirty="0">
                <a:latin typeface="微软雅黑" panose="020B0503020204020204" pitchFamily="34" charset="-122"/>
                <a:ea typeface="微软雅黑" panose="020B0503020204020204" pitchFamily="34" charset="-122"/>
              </a:rPr>
              <a:t>)</a:t>
            </a:r>
          </a:p>
          <a:p>
            <a:pPr marL="342900" indent="-342900">
              <a:lnSpc>
                <a:spcPct val="150000"/>
              </a:lnSpc>
              <a:buAutoNum type="arabicPeriod"/>
            </a:pPr>
            <a:r>
              <a:rPr lang="zh-CN" altLang="en-US" dirty="0">
                <a:latin typeface="微软雅黑" panose="020B0503020204020204" pitchFamily="34" charset="-122"/>
                <a:ea typeface="微软雅黑" panose="020B0503020204020204" pitchFamily="34" charset="-122"/>
              </a:rPr>
              <a:t>共识模块从</a:t>
            </a:r>
            <a:r>
              <a:rPr lang="en-US" altLang="zh-CN" dirty="0">
                <a:latin typeface="微软雅黑" panose="020B0503020204020204" pitchFamily="34" charset="-122"/>
                <a:ea typeface="微软雅黑" panose="020B0503020204020204" pitchFamily="34" charset="-122"/>
              </a:rPr>
              <a:t>event</a:t>
            </a:r>
            <a:r>
              <a:rPr lang="zh-CN" altLang="en-US" dirty="0">
                <a:latin typeface="微软雅黑" panose="020B0503020204020204" pitchFamily="34" charset="-122"/>
                <a:ea typeface="微软雅黑" panose="020B0503020204020204" pitchFamily="34" charset="-122"/>
              </a:rPr>
              <a:t>队列中取出</a:t>
            </a:r>
            <a:r>
              <a:rPr lang="en-US" altLang="zh-CN" dirty="0" err="1">
                <a:solidFill>
                  <a:schemeClr val="accent2"/>
                </a:solidFill>
                <a:latin typeface="微软雅黑" panose="020B0503020204020204" pitchFamily="34" charset="-122"/>
                <a:ea typeface="微软雅黑" panose="020B0503020204020204" pitchFamily="34" charset="-122"/>
              </a:rPr>
              <a:t>batchMessageEvent</a:t>
            </a:r>
            <a:r>
              <a:rPr lang="zh-CN" altLang="en-US" dirty="0">
                <a:latin typeface="微软雅黑" panose="020B0503020204020204" pitchFamily="34" charset="-122"/>
                <a:ea typeface="微软雅黑" panose="020B0503020204020204" pitchFamily="34" charset="-122"/>
              </a:rPr>
              <a:t>进入处理（</a:t>
            </a:r>
            <a:r>
              <a:rPr lang="en-US" altLang="zh-CN" dirty="0">
                <a:solidFill>
                  <a:schemeClr val="accent1"/>
                </a:solidFill>
                <a:latin typeface="微软雅黑" panose="020B0503020204020204" pitchFamily="34" charset="-122"/>
                <a:ea typeface="微软雅黑" panose="020B0503020204020204" pitchFamily="34" charset="-122"/>
              </a:rPr>
              <a:t>consensus/</a:t>
            </a:r>
            <a:r>
              <a:rPr lang="en-US" altLang="zh-CN" dirty="0" err="1">
                <a:solidFill>
                  <a:schemeClr val="accent1"/>
                </a:solidFill>
                <a:latin typeface="微软雅黑" panose="020B0503020204020204" pitchFamily="34" charset="-122"/>
                <a:ea typeface="微软雅黑" panose="020B0503020204020204" pitchFamily="34" charset="-122"/>
              </a:rPr>
              <a:t>pbft</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batch.go</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ProcessEvent</a:t>
            </a:r>
            <a:r>
              <a:rPr lang="en-US" altLang="zh-CN" dirty="0">
                <a:latin typeface="微软雅黑" panose="020B0503020204020204" pitchFamily="34" charset="-122"/>
                <a:ea typeface="微软雅黑" panose="020B0503020204020204" pitchFamily="34" charset="-122"/>
              </a:rPr>
              <a:t>)</a:t>
            </a:r>
          </a:p>
        </p:txBody>
      </p:sp>
      <p:sp>
        <p:nvSpPr>
          <p:cNvPr id="3" name="AutoShape 3">
            <a:extLst>
              <a:ext uri="{FF2B5EF4-FFF2-40B4-BE49-F238E27FC236}">
                <a16:creationId xmlns:a16="http://schemas.microsoft.com/office/drawing/2014/main" id="{DF2EE6ED-C826-B993-8BAE-524F586E07F8}"/>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zh-CN" altLang="en-US" sz="2000" b="1" dirty="0">
                <a:solidFill>
                  <a:srgbClr val="1F2329"/>
                </a:solidFill>
              </a:rPr>
              <a:t>传播</a:t>
            </a:r>
            <a:endParaRPr lang="en-US" sz="1100" dirty="0"/>
          </a:p>
        </p:txBody>
      </p:sp>
    </p:spTree>
    <p:extLst>
      <p:ext uri="{BB962C8B-B14F-4D97-AF65-F5344CB8AC3E}">
        <p14:creationId xmlns:p14="http://schemas.microsoft.com/office/powerpoint/2010/main" val="3829947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D4CC32D-B782-F7CF-922A-F910D77088EB}"/>
              </a:ext>
            </a:extLst>
          </p:cNvPr>
          <p:cNvPicPr>
            <a:picLocks noChangeAspect="1"/>
          </p:cNvPicPr>
          <p:nvPr/>
        </p:nvPicPr>
        <p:blipFill>
          <a:blip r:embed="rId3"/>
          <a:stretch>
            <a:fillRect/>
          </a:stretch>
        </p:blipFill>
        <p:spPr>
          <a:xfrm>
            <a:off x="98322" y="795962"/>
            <a:ext cx="12093678" cy="2706230"/>
          </a:xfrm>
          <a:prstGeom prst="rect">
            <a:avLst/>
          </a:prstGeom>
        </p:spPr>
      </p:pic>
      <p:sp>
        <p:nvSpPr>
          <p:cNvPr id="9" name="文本框 8">
            <a:extLst>
              <a:ext uri="{FF2B5EF4-FFF2-40B4-BE49-F238E27FC236}">
                <a16:creationId xmlns:a16="http://schemas.microsoft.com/office/drawing/2014/main" id="{696A9E15-E822-1C59-4957-75BA01319ACC}"/>
              </a:ext>
            </a:extLst>
          </p:cNvPr>
          <p:cNvSpPr txBox="1"/>
          <p:nvPr/>
        </p:nvSpPr>
        <p:spPr>
          <a:xfrm>
            <a:off x="550606" y="4481603"/>
            <a:ext cx="10854813" cy="1346907"/>
          </a:xfrm>
          <a:prstGeom prst="rect">
            <a:avLst/>
          </a:prstGeom>
          <a:noFill/>
        </p:spPr>
        <p:txBody>
          <a:bodyPr wrap="square" rtlCol="0">
            <a:spAutoFit/>
          </a:bodyPr>
          <a:lstStyle/>
          <a:p>
            <a:pPr marL="342900" indent="-342900">
              <a:lnSpc>
                <a:spcPct val="150000"/>
              </a:lnSpc>
              <a:buAutoNum type="arabicPeriod"/>
            </a:pPr>
            <a:r>
              <a:rPr lang="zh-CN" altLang="en-US" dirty="0">
                <a:latin typeface="微软雅黑" panose="020B0503020204020204" pitchFamily="34" charset="-122"/>
                <a:ea typeface="微软雅黑" panose="020B0503020204020204" pitchFamily="34" charset="-122"/>
              </a:rPr>
              <a:t>共识模块通过</a:t>
            </a:r>
            <a:r>
              <a:rPr lang="en-US" altLang="zh-CN" dirty="0" err="1">
                <a:solidFill>
                  <a:schemeClr val="accent1"/>
                </a:solidFill>
                <a:latin typeface="微软雅黑" panose="020B0503020204020204" pitchFamily="34" charset="-122"/>
                <a:ea typeface="微软雅黑" panose="020B0503020204020204" pitchFamily="34" charset="-122"/>
              </a:rPr>
              <a:t>external.go</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RecvMsg</a:t>
            </a:r>
            <a:r>
              <a:rPr lang="zh-CN" altLang="en-US" dirty="0">
                <a:latin typeface="微软雅黑" panose="020B0503020204020204" pitchFamily="34" charset="-122"/>
                <a:ea typeface="微软雅黑" panose="020B0503020204020204" pitchFamily="34" charset="-122"/>
              </a:rPr>
              <a:t>接收交易</a:t>
            </a:r>
            <a:r>
              <a:rPr lang="en-US" altLang="zh-CN" dirty="0">
                <a:latin typeface="微软雅黑" panose="020B0503020204020204" pitchFamily="34" charset="-122"/>
                <a:ea typeface="微软雅黑" panose="020B0503020204020204" pitchFamily="34" charset="-122"/>
              </a:rPr>
              <a:t>(</a:t>
            </a:r>
            <a:r>
              <a:rPr lang="en-US" altLang="zh-CN" dirty="0" err="1">
                <a:solidFill>
                  <a:schemeClr val="accent2"/>
                </a:solidFill>
                <a:latin typeface="微软雅黑" panose="020B0503020204020204" pitchFamily="34" charset="-122"/>
                <a:ea typeface="微软雅黑" panose="020B0503020204020204" pitchFamily="34" charset="-122"/>
              </a:rPr>
              <a:t>batchMessageEvent</a:t>
            </a:r>
            <a:r>
              <a:rPr lang="en-US" altLang="zh-CN" dirty="0">
                <a:latin typeface="微软雅黑" panose="020B0503020204020204" pitchFamily="34" charset="-122"/>
                <a:ea typeface="微软雅黑" panose="020B0503020204020204" pitchFamily="34" charset="-122"/>
              </a:rPr>
              <a:t>)</a:t>
            </a:r>
          </a:p>
          <a:p>
            <a:pPr marL="342900" indent="-342900">
              <a:lnSpc>
                <a:spcPct val="150000"/>
              </a:lnSpc>
              <a:buAutoNum type="arabicPeriod"/>
            </a:pPr>
            <a:r>
              <a:rPr lang="en-US" altLang="zh-CN" dirty="0" err="1">
                <a:solidFill>
                  <a:schemeClr val="accent2"/>
                </a:solidFill>
                <a:latin typeface="微软雅黑" panose="020B0503020204020204" pitchFamily="34" charset="-122"/>
                <a:ea typeface="微软雅黑" panose="020B0503020204020204" pitchFamily="34" charset="-122"/>
              </a:rPr>
              <a:t>batchMessageEvent</a:t>
            </a:r>
            <a:r>
              <a:rPr lang="zh-CN" altLang="en-US" dirty="0">
                <a:latin typeface="微软雅黑" panose="020B0503020204020204" pitchFamily="34" charset="-122"/>
                <a:ea typeface="微软雅黑" panose="020B0503020204020204" pitchFamily="34" charset="-122"/>
              </a:rPr>
              <a:t>事件由事件循环送入</a:t>
            </a:r>
            <a:r>
              <a:rPr lang="en-US" altLang="zh-CN" dirty="0" err="1">
                <a:solidFill>
                  <a:schemeClr val="accent1"/>
                </a:solidFill>
                <a:latin typeface="微软雅黑" panose="020B0503020204020204" pitchFamily="34" charset="-122"/>
                <a:ea typeface="微软雅黑" panose="020B0503020204020204" pitchFamily="34" charset="-122"/>
              </a:rPr>
              <a:t>obcBatch.ProcessEvent</a:t>
            </a:r>
            <a:r>
              <a:rPr lang="zh-CN" altLang="en-US" dirty="0">
                <a:latin typeface="微软雅黑" panose="020B0503020204020204" pitchFamily="34" charset="-122"/>
                <a:ea typeface="微软雅黑" panose="020B0503020204020204" pitchFamily="34" charset="-122"/>
              </a:rPr>
              <a:t>处理</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FontTx/>
              <a:buAutoNum type="arabicPeriod"/>
            </a:pPr>
            <a:r>
              <a:rPr lang="zh-CN" altLang="en-US" dirty="0">
                <a:latin typeface="微软雅黑" panose="020B0503020204020204" pitchFamily="34" charset="-122"/>
                <a:ea typeface="微软雅黑" panose="020B0503020204020204" pitchFamily="34" charset="-122"/>
              </a:rPr>
              <a:t>该事件对应</a:t>
            </a:r>
            <a:r>
              <a:rPr lang="en-US" altLang="zh-CN" b="0" dirty="0" err="1">
                <a:solidFill>
                  <a:schemeClr val="accent2"/>
                </a:solidFill>
                <a:effectLst/>
                <a:latin typeface="微软雅黑" panose="020B0503020204020204" pitchFamily="34" charset="-122"/>
                <a:ea typeface="微软雅黑" panose="020B0503020204020204" pitchFamily="34" charset="-122"/>
              </a:rPr>
              <a:t>Message_CHAIN_TRANSACTION</a:t>
            </a:r>
            <a:r>
              <a:rPr lang="zh-CN" altLang="en-US" b="0" dirty="0">
                <a:effectLst/>
                <a:latin typeface="微软雅黑" panose="020B0503020204020204" pitchFamily="34" charset="-122"/>
                <a:ea typeface="微软雅黑" panose="020B0503020204020204" pitchFamily="34" charset="-122"/>
              </a:rPr>
              <a:t>（来自客户端）和</a:t>
            </a:r>
            <a:r>
              <a:rPr lang="en-US" altLang="zh-CN" b="0" dirty="0" err="1">
                <a:solidFill>
                  <a:schemeClr val="accent2"/>
                </a:solidFill>
                <a:effectLst/>
                <a:latin typeface="微软雅黑" panose="020B0503020204020204" pitchFamily="34" charset="-122"/>
                <a:ea typeface="微软雅黑" panose="020B0503020204020204" pitchFamily="34" charset="-122"/>
              </a:rPr>
              <a:t>Message_CONSENSUS</a:t>
            </a:r>
            <a:r>
              <a:rPr lang="zh-CN" altLang="en-US" b="0" dirty="0">
                <a:effectLst/>
                <a:latin typeface="微软雅黑" panose="020B0503020204020204" pitchFamily="34" charset="-122"/>
                <a:ea typeface="微软雅黑" panose="020B0503020204020204" pitchFamily="34" charset="-122"/>
              </a:rPr>
              <a:t>（来自其它共识节点）两种消息类型</a:t>
            </a:r>
            <a:endParaRPr lang="en-US" altLang="zh-CN" b="0" dirty="0">
              <a:effectLst/>
              <a:latin typeface="微软雅黑" panose="020B0503020204020204" pitchFamily="34" charset="-122"/>
              <a:ea typeface="微软雅黑" panose="020B0503020204020204" pitchFamily="34" charset="-122"/>
            </a:endParaRPr>
          </a:p>
          <a:p>
            <a:pPr marL="342900" indent="-342900">
              <a:lnSpc>
                <a:spcPct val="150000"/>
              </a:lnSpc>
              <a:buFontTx/>
              <a:buAutoNum type="arabicPeriod"/>
            </a:pPr>
            <a:r>
              <a:rPr lang="zh-CN" altLang="en-US" b="0" dirty="0">
                <a:effectLst/>
                <a:latin typeface="微软雅黑" panose="020B0503020204020204" pitchFamily="34" charset="-122"/>
                <a:ea typeface="微软雅黑" panose="020B0503020204020204" pitchFamily="34" charset="-122"/>
              </a:rPr>
              <a:t>主节点按批处理客户端请求，发起</a:t>
            </a:r>
            <a:r>
              <a:rPr lang="en-US" altLang="zh-CN" b="0" dirty="0">
                <a:solidFill>
                  <a:schemeClr val="accent2"/>
                </a:solidFill>
                <a:effectLst/>
                <a:latin typeface="微软雅黑" panose="020B0503020204020204" pitchFamily="34" charset="-122"/>
                <a:ea typeface="微软雅黑" panose="020B0503020204020204" pitchFamily="34" charset="-122"/>
              </a:rPr>
              <a:t>pre-prepare</a:t>
            </a:r>
            <a:r>
              <a:rPr lang="zh-CN" altLang="en-US" b="0" dirty="0">
                <a:effectLst/>
                <a:latin typeface="微软雅黑" panose="020B0503020204020204" pitchFamily="34" charset="-122"/>
                <a:ea typeface="微软雅黑" panose="020B0503020204020204" pitchFamily="34" charset="-122"/>
              </a:rPr>
              <a:t>消息</a:t>
            </a:r>
            <a:endParaRPr lang="en-US" altLang="zh-CN" b="0" dirty="0">
              <a:effectLst/>
              <a:latin typeface="微软雅黑" panose="020B0503020204020204" pitchFamily="34" charset="-122"/>
              <a:ea typeface="微软雅黑" panose="020B0503020204020204" pitchFamily="34" charset="-122"/>
            </a:endParaRPr>
          </a:p>
        </p:txBody>
      </p:sp>
      <p:sp>
        <p:nvSpPr>
          <p:cNvPr id="2" name="AutoShape 3">
            <a:extLst>
              <a:ext uri="{FF2B5EF4-FFF2-40B4-BE49-F238E27FC236}">
                <a16:creationId xmlns:a16="http://schemas.microsoft.com/office/drawing/2014/main" id="{FF8C0CCE-C01A-DD45-6BC4-7C4F0CA2F462}"/>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zh-CN" altLang="en-US" sz="2000" b="1" dirty="0">
                <a:solidFill>
                  <a:srgbClr val="1F2329"/>
                </a:solidFill>
              </a:rPr>
              <a:t>事件循环</a:t>
            </a:r>
            <a:endParaRPr lang="en-US" sz="1100" dirty="0"/>
          </a:p>
        </p:txBody>
      </p:sp>
      <p:sp>
        <p:nvSpPr>
          <p:cNvPr id="4" name="文本框 3">
            <a:extLst>
              <a:ext uri="{FF2B5EF4-FFF2-40B4-BE49-F238E27FC236}">
                <a16:creationId xmlns:a16="http://schemas.microsoft.com/office/drawing/2014/main" id="{5ADCF277-271E-20F7-6180-BE25DEE193AC}"/>
              </a:ext>
            </a:extLst>
          </p:cNvPr>
          <p:cNvSpPr txBox="1"/>
          <p:nvPr/>
        </p:nvSpPr>
        <p:spPr>
          <a:xfrm>
            <a:off x="370318" y="1029490"/>
            <a:ext cx="6096000" cy="338554"/>
          </a:xfrm>
          <a:prstGeom prst="rect">
            <a:avLst/>
          </a:prstGeom>
          <a:noFill/>
        </p:spPr>
        <p:txBody>
          <a:bodyPr wrap="square">
            <a:spAutoFit/>
          </a:bodyPr>
          <a:lstStyle/>
          <a:p>
            <a:r>
              <a:rPr lang="en-US" altLang="zh-CN" sz="1600" b="1" dirty="0" err="1">
                <a:solidFill>
                  <a:schemeClr val="accent1"/>
                </a:solidFill>
              </a:rPr>
              <a:t>batch.go</a:t>
            </a:r>
            <a:r>
              <a:rPr lang="en-US" altLang="zh-CN" sz="1600" b="1" dirty="0">
                <a:solidFill>
                  <a:schemeClr val="accent1"/>
                </a:solidFill>
              </a:rPr>
              <a:t>/</a:t>
            </a:r>
            <a:r>
              <a:rPr lang="zh-CN" altLang="en-US" sz="1600" b="1" dirty="0">
                <a:solidFill>
                  <a:schemeClr val="accent1"/>
                </a:solidFill>
              </a:rPr>
              <a:t>ProcessEvent</a:t>
            </a:r>
          </a:p>
        </p:txBody>
      </p:sp>
    </p:spTree>
    <p:extLst>
      <p:ext uri="{BB962C8B-B14F-4D97-AF65-F5344CB8AC3E}">
        <p14:creationId xmlns:p14="http://schemas.microsoft.com/office/powerpoint/2010/main" val="643025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377D3CDF-3F17-F3F6-C2FC-E1C1C31D1996}"/>
              </a:ext>
            </a:extLst>
          </p:cNvPr>
          <p:cNvSpPr txBox="1"/>
          <p:nvPr/>
        </p:nvSpPr>
        <p:spPr>
          <a:xfrm>
            <a:off x="668593" y="5161935"/>
            <a:ext cx="10854813" cy="700576"/>
          </a:xfrm>
          <a:prstGeom prst="rect">
            <a:avLst/>
          </a:prstGeom>
          <a:noFill/>
        </p:spPr>
        <p:txBody>
          <a:bodyPr wrap="square" rtlCol="0">
            <a:spAutoFit/>
          </a:bodyPr>
          <a:lstStyle/>
          <a:p>
            <a:pPr marL="342900" indent="-342900">
              <a:lnSpc>
                <a:spcPct val="150000"/>
              </a:lnSpc>
              <a:buFontTx/>
              <a:buAutoNum type="arabicPeriod"/>
            </a:pPr>
            <a:r>
              <a:rPr lang="en-US" altLang="zh-CN" dirty="0" err="1">
                <a:latin typeface="微软雅黑" panose="020B0503020204020204" pitchFamily="34" charset="-122"/>
                <a:ea typeface="微软雅黑" panose="020B0503020204020204" pitchFamily="34" charset="-122"/>
              </a:rPr>
              <a:t>pbft</a:t>
            </a:r>
            <a:r>
              <a:rPr lang="zh-CN" altLang="en-US" dirty="0">
                <a:latin typeface="微软雅黑" panose="020B0503020204020204" pitchFamily="34" charset="-122"/>
                <a:ea typeface="微软雅黑" panose="020B0503020204020204" pitchFamily="34" charset="-122"/>
              </a:rPr>
              <a:t>共识消息（包括</a:t>
            </a:r>
            <a:r>
              <a:rPr lang="en-US" altLang="zh-CN" dirty="0">
                <a:latin typeface="微软雅黑" panose="020B0503020204020204" pitchFamily="34" charset="-122"/>
                <a:ea typeface="微软雅黑" panose="020B0503020204020204" pitchFamily="34" charset="-122"/>
              </a:rPr>
              <a:t>pre-prepare, prepare</a:t>
            </a:r>
            <a:r>
              <a:rPr lang="zh-CN" altLang="en-US" dirty="0">
                <a:latin typeface="微软雅黑" panose="020B0503020204020204" pitchFamily="34" charset="-122"/>
                <a:ea typeface="微软雅黑" panose="020B0503020204020204" pitchFamily="34" charset="-122"/>
              </a:rPr>
              <a:t>等）由</a:t>
            </a:r>
            <a:r>
              <a:rPr lang="en-US" altLang="zh-CN" dirty="0" err="1">
                <a:solidFill>
                  <a:schemeClr val="accent1"/>
                </a:solidFill>
                <a:latin typeface="微软雅黑" panose="020B0503020204020204" pitchFamily="34" charset="-122"/>
                <a:ea typeface="微软雅黑" panose="020B0503020204020204" pitchFamily="34" charset="-122"/>
              </a:rPr>
              <a:t>obcBatch.ProcessEvent</a:t>
            </a:r>
            <a:r>
              <a:rPr lang="en-US" altLang="zh-CN" dirty="0">
                <a:latin typeface="微软雅黑" panose="020B0503020204020204" pitchFamily="34" charset="-122"/>
                <a:ea typeface="微软雅黑" panose="020B0503020204020204" pitchFamily="34" charset="-122"/>
              </a:rPr>
              <a:t> default</a:t>
            </a:r>
            <a:r>
              <a:rPr lang="zh-CN" altLang="en-US" dirty="0">
                <a:latin typeface="微软雅黑" panose="020B0503020204020204" pitchFamily="34" charset="-122"/>
                <a:ea typeface="微软雅黑" panose="020B0503020204020204" pitchFamily="34" charset="-122"/>
              </a:rPr>
              <a:t>分支进入</a:t>
            </a:r>
            <a:r>
              <a:rPr lang="en-US" altLang="zh-CN" dirty="0" err="1">
                <a:solidFill>
                  <a:schemeClr val="accent1"/>
                </a:solidFill>
                <a:latin typeface="微软雅黑" panose="020B0503020204020204" pitchFamily="34" charset="-122"/>
                <a:ea typeface="微软雅黑" panose="020B0503020204020204" pitchFamily="34" charset="-122"/>
              </a:rPr>
              <a:t>pbftcore.ProcessEvent</a:t>
            </a:r>
            <a:r>
              <a:rPr lang="zh-CN" altLang="en-US" dirty="0">
                <a:latin typeface="微软雅黑" panose="020B0503020204020204" pitchFamily="34" charset="-122"/>
                <a:ea typeface="微软雅黑" panose="020B0503020204020204" pitchFamily="34" charset="-122"/>
              </a:rPr>
              <a:t>处理</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FontTx/>
              <a:buAutoNum type="arabicPeriod"/>
            </a:pPr>
            <a:r>
              <a:rPr lang="en-US" altLang="zh-CN" dirty="0" err="1">
                <a:solidFill>
                  <a:schemeClr val="accent1"/>
                </a:solidFill>
                <a:latin typeface="微软雅黑" panose="020B0503020204020204" pitchFamily="34" charset="-122"/>
                <a:ea typeface="微软雅黑" panose="020B0503020204020204" pitchFamily="34" charset="-122"/>
              </a:rPr>
              <a:t>pbftcore.ProcessEvent</a:t>
            </a:r>
            <a:r>
              <a:rPr lang="zh-CN" altLang="en-US" dirty="0">
                <a:solidFill>
                  <a:schemeClr val="tx1"/>
                </a:solidFill>
                <a:latin typeface="微软雅黑" panose="020B0503020204020204" pitchFamily="34" charset="-122"/>
                <a:ea typeface="微软雅黑" panose="020B0503020204020204" pitchFamily="34" charset="-122"/>
              </a:rPr>
              <a:t>为共识消息主事件循环</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2" name="AutoShape 3">
            <a:extLst>
              <a:ext uri="{FF2B5EF4-FFF2-40B4-BE49-F238E27FC236}">
                <a16:creationId xmlns:a16="http://schemas.microsoft.com/office/drawing/2014/main" id="{EF7FD260-407D-2031-B4EC-68D0A14FE32B}"/>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zh-CN" altLang="en-US" sz="2000" b="1" dirty="0">
                <a:solidFill>
                  <a:srgbClr val="1F2329"/>
                </a:solidFill>
              </a:rPr>
              <a:t>事件循环</a:t>
            </a:r>
            <a:endParaRPr lang="en-US" sz="1100" dirty="0"/>
          </a:p>
        </p:txBody>
      </p:sp>
      <p:pic>
        <p:nvPicPr>
          <p:cNvPr id="4" name="图片 3">
            <a:extLst>
              <a:ext uri="{FF2B5EF4-FFF2-40B4-BE49-F238E27FC236}">
                <a16:creationId xmlns:a16="http://schemas.microsoft.com/office/drawing/2014/main" id="{FD3EFAC2-EA7E-C89D-64D2-0075D42D8887}"/>
              </a:ext>
            </a:extLst>
          </p:cNvPr>
          <p:cNvPicPr>
            <a:picLocks noChangeAspect="1"/>
          </p:cNvPicPr>
          <p:nvPr/>
        </p:nvPicPr>
        <p:blipFill>
          <a:blip r:embed="rId2"/>
          <a:stretch>
            <a:fillRect/>
          </a:stretch>
        </p:blipFill>
        <p:spPr>
          <a:xfrm>
            <a:off x="370318" y="669272"/>
            <a:ext cx="10638503" cy="4492663"/>
          </a:xfrm>
          <a:prstGeom prst="rect">
            <a:avLst/>
          </a:prstGeom>
        </p:spPr>
      </p:pic>
      <p:sp>
        <p:nvSpPr>
          <p:cNvPr id="8" name="文本框 7">
            <a:extLst>
              <a:ext uri="{FF2B5EF4-FFF2-40B4-BE49-F238E27FC236}">
                <a16:creationId xmlns:a16="http://schemas.microsoft.com/office/drawing/2014/main" id="{D0B8108D-0361-8884-C699-455CC5911F99}"/>
              </a:ext>
            </a:extLst>
          </p:cNvPr>
          <p:cNvSpPr txBox="1"/>
          <p:nvPr/>
        </p:nvSpPr>
        <p:spPr>
          <a:xfrm>
            <a:off x="462116" y="995489"/>
            <a:ext cx="6096000" cy="338554"/>
          </a:xfrm>
          <a:prstGeom prst="rect">
            <a:avLst/>
          </a:prstGeom>
          <a:noFill/>
        </p:spPr>
        <p:txBody>
          <a:bodyPr wrap="square">
            <a:spAutoFit/>
          </a:bodyPr>
          <a:lstStyle/>
          <a:p>
            <a:r>
              <a:rPr lang="en-US" altLang="zh-CN" sz="1600" b="1" dirty="0" err="1">
                <a:solidFill>
                  <a:schemeClr val="accent1"/>
                </a:solidFill>
              </a:rPr>
              <a:t>pbft-core.go</a:t>
            </a:r>
            <a:r>
              <a:rPr lang="en-US" altLang="zh-CN" sz="1600" b="1" dirty="0">
                <a:solidFill>
                  <a:schemeClr val="accent1"/>
                </a:solidFill>
              </a:rPr>
              <a:t>/</a:t>
            </a:r>
            <a:r>
              <a:rPr lang="zh-CN" altLang="en-US" sz="1600" b="1" dirty="0">
                <a:solidFill>
                  <a:schemeClr val="accent1"/>
                </a:solidFill>
              </a:rPr>
              <a:t>ProcessEvent</a:t>
            </a:r>
          </a:p>
        </p:txBody>
      </p:sp>
    </p:spTree>
    <p:extLst>
      <p:ext uri="{BB962C8B-B14F-4D97-AF65-F5344CB8AC3E}">
        <p14:creationId xmlns:p14="http://schemas.microsoft.com/office/powerpoint/2010/main" val="3567411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7CA55B89-6E4D-C185-6A3B-1D15469B5F33}"/>
              </a:ext>
            </a:extLst>
          </p:cNvPr>
          <p:cNvPicPr>
            <a:picLocks noChangeAspect="1"/>
          </p:cNvPicPr>
          <p:nvPr/>
        </p:nvPicPr>
        <p:blipFill>
          <a:blip r:embed="rId2"/>
          <a:stretch>
            <a:fillRect/>
          </a:stretch>
        </p:blipFill>
        <p:spPr>
          <a:xfrm>
            <a:off x="0" y="1039300"/>
            <a:ext cx="6198779" cy="2714625"/>
          </a:xfrm>
          <a:prstGeom prst="rect">
            <a:avLst/>
          </a:prstGeom>
        </p:spPr>
      </p:pic>
      <p:pic>
        <p:nvPicPr>
          <p:cNvPr id="11" name="图片 10">
            <a:extLst>
              <a:ext uri="{FF2B5EF4-FFF2-40B4-BE49-F238E27FC236}">
                <a16:creationId xmlns:a16="http://schemas.microsoft.com/office/drawing/2014/main" id="{145C6E86-9B50-6A4A-8880-9953EF088CE5}"/>
              </a:ext>
            </a:extLst>
          </p:cNvPr>
          <p:cNvPicPr>
            <a:picLocks noChangeAspect="1"/>
          </p:cNvPicPr>
          <p:nvPr/>
        </p:nvPicPr>
        <p:blipFill>
          <a:blip r:embed="rId3"/>
          <a:stretch>
            <a:fillRect/>
          </a:stretch>
        </p:blipFill>
        <p:spPr>
          <a:xfrm>
            <a:off x="6124115" y="1077399"/>
            <a:ext cx="6067885" cy="2638425"/>
          </a:xfrm>
          <a:prstGeom prst="rect">
            <a:avLst/>
          </a:prstGeom>
        </p:spPr>
      </p:pic>
      <p:pic>
        <p:nvPicPr>
          <p:cNvPr id="18" name="图片 17">
            <a:extLst>
              <a:ext uri="{FF2B5EF4-FFF2-40B4-BE49-F238E27FC236}">
                <a16:creationId xmlns:a16="http://schemas.microsoft.com/office/drawing/2014/main" id="{5F1ADE99-72E1-D386-5C58-EE43029FC88A}"/>
              </a:ext>
            </a:extLst>
          </p:cNvPr>
          <p:cNvPicPr>
            <a:picLocks noChangeAspect="1"/>
          </p:cNvPicPr>
          <p:nvPr/>
        </p:nvPicPr>
        <p:blipFill>
          <a:blip r:embed="rId4"/>
          <a:stretch>
            <a:fillRect/>
          </a:stretch>
        </p:blipFill>
        <p:spPr>
          <a:xfrm>
            <a:off x="0" y="3803759"/>
            <a:ext cx="5948516" cy="2974258"/>
          </a:xfrm>
          <a:prstGeom prst="rect">
            <a:avLst/>
          </a:prstGeom>
        </p:spPr>
      </p:pic>
      <p:pic>
        <p:nvPicPr>
          <p:cNvPr id="20" name="图片 19">
            <a:extLst>
              <a:ext uri="{FF2B5EF4-FFF2-40B4-BE49-F238E27FC236}">
                <a16:creationId xmlns:a16="http://schemas.microsoft.com/office/drawing/2014/main" id="{5D6172B8-B6F7-8D54-1543-5F3306A40B6A}"/>
              </a:ext>
            </a:extLst>
          </p:cNvPr>
          <p:cNvPicPr>
            <a:picLocks noChangeAspect="1"/>
          </p:cNvPicPr>
          <p:nvPr/>
        </p:nvPicPr>
        <p:blipFill>
          <a:blip r:embed="rId5"/>
          <a:stretch>
            <a:fillRect/>
          </a:stretch>
        </p:blipFill>
        <p:spPr>
          <a:xfrm>
            <a:off x="5948516" y="4101009"/>
            <a:ext cx="6067884" cy="2677008"/>
          </a:xfrm>
          <a:prstGeom prst="rect">
            <a:avLst/>
          </a:prstGeom>
        </p:spPr>
      </p:pic>
      <p:sp>
        <p:nvSpPr>
          <p:cNvPr id="2" name="AutoShape 3">
            <a:extLst>
              <a:ext uri="{FF2B5EF4-FFF2-40B4-BE49-F238E27FC236}">
                <a16:creationId xmlns:a16="http://schemas.microsoft.com/office/drawing/2014/main" id="{1CA3CE67-C935-4197-FEBC-65F8C7A190CA}"/>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en-US" altLang="zh-CN" sz="2000" b="1" dirty="0">
                <a:solidFill>
                  <a:srgbClr val="1F2329"/>
                </a:solidFill>
              </a:rPr>
              <a:t>PBFT</a:t>
            </a:r>
            <a:r>
              <a:rPr lang="zh-CN" altLang="en-US" sz="2000" b="1" dirty="0">
                <a:solidFill>
                  <a:srgbClr val="1F2329"/>
                </a:solidFill>
              </a:rPr>
              <a:t>共识</a:t>
            </a:r>
            <a:endParaRPr lang="en-US" sz="1100" dirty="0"/>
          </a:p>
        </p:txBody>
      </p:sp>
    </p:spTree>
    <p:extLst>
      <p:ext uri="{BB962C8B-B14F-4D97-AF65-F5344CB8AC3E}">
        <p14:creationId xmlns:p14="http://schemas.microsoft.com/office/powerpoint/2010/main" val="2402981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AD2CFD17-928A-0ED3-A3F4-FA4ACB48EF72}"/>
              </a:ext>
            </a:extLst>
          </p:cNvPr>
          <p:cNvSpPr txBox="1"/>
          <p:nvPr/>
        </p:nvSpPr>
        <p:spPr>
          <a:xfrm>
            <a:off x="370318" y="833665"/>
            <a:ext cx="11434917" cy="5871223"/>
          </a:xfrm>
          <a:prstGeom prst="rect">
            <a:avLst/>
          </a:prstGeom>
          <a:noFill/>
        </p:spPr>
        <p:txBody>
          <a:bodyPr wrap="square" rtlCol="0">
            <a:spAutoFit/>
          </a:bodyPr>
          <a:lstStyle/>
          <a:p>
            <a:pPr>
              <a:lnSpc>
                <a:spcPct val="150000"/>
              </a:lnSpc>
            </a:pPr>
            <a:r>
              <a:rPr lang="en-US" altLang="zh-CN" sz="1400" b="1" dirty="0">
                <a:latin typeface="微软雅黑" panose="020B0503020204020204" pitchFamily="34" charset="-122"/>
                <a:ea typeface="微软雅黑" panose="020B0503020204020204" pitchFamily="34" charset="-122"/>
              </a:rPr>
              <a:t>Viewchange</a:t>
            </a:r>
            <a:r>
              <a:rPr lang="zh-CN" altLang="en-US" sz="1400" b="1" dirty="0">
                <a:latin typeface="微软雅黑" panose="020B0503020204020204" pitchFamily="34" charset="-122"/>
                <a:ea typeface="微软雅黑" panose="020B0503020204020204" pitchFamily="34" charset="-122"/>
              </a:rPr>
              <a:t>触发时机</a:t>
            </a:r>
            <a:endParaRPr lang="en-US" altLang="zh-CN" sz="1400" b="1"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sz="1400" b="1" dirty="0">
                <a:latin typeface="微软雅黑" panose="020B0503020204020204" pitchFamily="34" charset="-122"/>
                <a:ea typeface="微软雅黑" panose="020B0503020204020204" pitchFamily="34" charset="-122"/>
              </a:rPr>
              <a:t>正常：</a:t>
            </a:r>
            <a:r>
              <a:rPr lang="zh-CN" altLang="en-US" sz="1400" dirty="0">
                <a:latin typeface="微软雅黑" panose="020B0503020204020204" pitchFamily="34" charset="-122"/>
                <a:ea typeface="微软雅黑" panose="020B0503020204020204" pitchFamily="34" charset="-122"/>
              </a:rPr>
              <a:t>每间隔一定</a:t>
            </a:r>
            <a:r>
              <a:rPr lang="en-US" altLang="zh-CN" sz="1400" dirty="0" err="1">
                <a:latin typeface="微软雅黑" panose="020B0503020204020204" pitchFamily="34" charset="-122"/>
                <a:ea typeface="微软雅黑" panose="020B0503020204020204" pitchFamily="34" charset="-122"/>
              </a:rPr>
              <a:t>seqnum</a:t>
            </a:r>
            <a:r>
              <a:rPr lang="zh-CN" altLang="en-US" sz="1400" dirty="0">
                <a:latin typeface="微软雅黑" panose="020B0503020204020204" pitchFamily="34" charset="-122"/>
                <a:ea typeface="微软雅黑" panose="020B0503020204020204" pitchFamily="34" charset="-122"/>
              </a:rPr>
              <a:t>触发一次</a:t>
            </a:r>
            <a:endParaRPr lang="en-US" altLang="zh-CN" sz="1400"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sz="1400" b="1" dirty="0">
                <a:latin typeface="微软雅黑" panose="020B0503020204020204" pitchFamily="34" charset="-122"/>
                <a:ea typeface="微软雅黑" panose="020B0503020204020204" pitchFamily="34" charset="-122"/>
              </a:rPr>
              <a:t>异常：</a:t>
            </a:r>
            <a:endParaRPr lang="en-US" altLang="zh-CN" sz="1400" b="1" dirty="0">
              <a:latin typeface="微软雅黑" panose="020B0503020204020204" pitchFamily="34" charset="-122"/>
              <a:ea typeface="微软雅黑" panose="020B0503020204020204" pitchFamily="34" charset="-122"/>
            </a:endParaRPr>
          </a:p>
          <a:p>
            <a:pPr marL="800100" lvl="1" indent="-342900">
              <a:lnSpc>
                <a:spcPct val="150000"/>
              </a:lnSpc>
              <a:buAutoNum type="arabicPeriod"/>
            </a:pPr>
            <a:r>
              <a:rPr lang="zh-CN" altLang="en-US" sz="1400" dirty="0">
                <a:latin typeface="微软雅黑" panose="020B0503020204020204" pitchFamily="34" charset="-122"/>
                <a:ea typeface="微软雅黑" panose="020B0503020204020204" pitchFamily="34" charset="-122"/>
              </a:rPr>
              <a:t>三阶段共识过程中</a:t>
            </a:r>
          </a:p>
          <a:p>
            <a:pPr marL="1257300" lvl="2" indent="-342900">
              <a:lnSpc>
                <a:spcPct val="150000"/>
              </a:lnSpc>
              <a:buAutoNum type="arabicPeriod"/>
            </a:pPr>
            <a:r>
              <a:rPr lang="en-US" altLang="zh-CN" sz="1400" dirty="0">
                <a:latin typeface="微软雅黑" panose="020B0503020204020204" pitchFamily="34" charset="-122"/>
                <a:ea typeface="微软雅黑" panose="020B0503020204020204" pitchFamily="34" charset="-122"/>
              </a:rPr>
              <a:t>pre-prepare </a:t>
            </a:r>
            <a:r>
              <a:rPr lang="zh-CN" altLang="en-US" sz="1400" dirty="0">
                <a:latin typeface="微软雅黑" panose="020B0503020204020204" pitchFamily="34" charset="-122"/>
                <a:ea typeface="微软雅黑" panose="020B0503020204020204" pitchFamily="34" charset="-122"/>
              </a:rPr>
              <a:t>消息冲突：收到的 </a:t>
            </a:r>
            <a:r>
              <a:rPr lang="en-US" altLang="zh-CN" sz="1400" dirty="0">
                <a:latin typeface="微软雅黑" panose="020B0503020204020204" pitchFamily="34" charset="-122"/>
                <a:ea typeface="微软雅黑" panose="020B0503020204020204" pitchFamily="34" charset="-122"/>
              </a:rPr>
              <a:t>pre-prepare </a:t>
            </a:r>
            <a:r>
              <a:rPr lang="zh-CN" altLang="en-US" sz="1400" dirty="0">
                <a:latin typeface="微软雅黑" panose="020B0503020204020204" pitchFamily="34" charset="-122"/>
                <a:ea typeface="微软雅黑" panose="020B0503020204020204" pitchFamily="34" charset="-122"/>
              </a:rPr>
              <a:t>消息中的域编号和请求序号相同，但请求哈希不同</a:t>
            </a:r>
            <a:endParaRPr lang="en-US" altLang="zh-CN" sz="1400" dirty="0">
              <a:latin typeface="微软雅黑" panose="020B0503020204020204" pitchFamily="34" charset="-122"/>
              <a:ea typeface="微软雅黑" panose="020B0503020204020204" pitchFamily="34" charset="-122"/>
            </a:endParaRPr>
          </a:p>
          <a:p>
            <a:pPr marL="914400" lvl="2">
              <a:lnSpc>
                <a:spcPct val="150000"/>
              </a:lnSpc>
            </a:pPr>
            <a:r>
              <a:rPr lang="en-US" altLang="zh-CN"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pbft-core.go</a:t>
            </a:r>
            <a:r>
              <a:rPr lang="en-US" altLang="zh-CN" sz="1400" dirty="0">
                <a:solidFill>
                  <a:schemeClr val="accent1"/>
                </a:solidFill>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recvPrePrepare</a:t>
            </a:r>
            <a:r>
              <a:rPr lang="en-US"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pPr marL="1257300" lvl="2" indent="-342900">
              <a:lnSpc>
                <a:spcPct val="150000"/>
              </a:lnSpc>
              <a:buAutoNum type="arabicPeriod"/>
            </a:pPr>
            <a:r>
              <a:rPr lang="zh-CN" altLang="en-US" sz="1400" dirty="0">
                <a:latin typeface="微软雅黑" panose="020B0503020204020204" pitchFamily="34" charset="-122"/>
                <a:ea typeface="微软雅黑" panose="020B0503020204020204" pitchFamily="34" charset="-122"/>
              </a:rPr>
              <a:t>三阶段共识处理超时，触发 </a:t>
            </a:r>
            <a:r>
              <a:rPr lang="en-US" altLang="zh-CN" sz="1400" dirty="0" err="1">
                <a:solidFill>
                  <a:schemeClr val="accent2"/>
                </a:solidFill>
                <a:latin typeface="微软雅黑" panose="020B0503020204020204" pitchFamily="34" charset="-122"/>
                <a:ea typeface="微软雅黑" panose="020B0503020204020204" pitchFamily="34" charset="-122"/>
              </a:rPr>
              <a:t>viewChangeTimerEvent</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事件</a:t>
            </a:r>
            <a:r>
              <a:rPr lang="en-US" altLang="zh-CN" sz="1400" dirty="0">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pbft-core.go</a:t>
            </a:r>
            <a:r>
              <a:rPr lang="en-US" altLang="zh-CN" sz="1400" dirty="0">
                <a:solidFill>
                  <a:schemeClr val="accent1"/>
                </a:solidFill>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softStartTimer</a:t>
            </a:r>
            <a:r>
              <a:rPr lang="en-US"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pPr marL="800100" lvl="1" indent="-342900">
              <a:lnSpc>
                <a:spcPct val="150000"/>
              </a:lnSpc>
              <a:buAutoNum type="arabicPeriod"/>
            </a:pPr>
            <a:r>
              <a:rPr lang="zh-CN" altLang="en-US" sz="1400" dirty="0">
                <a:latin typeface="微软雅黑" panose="020B0503020204020204" pitchFamily="34" charset="-122"/>
                <a:ea typeface="微软雅黑" panose="020B0503020204020204" pitchFamily="34" charset="-122"/>
              </a:rPr>
              <a:t>域转换过程中</a:t>
            </a:r>
          </a:p>
          <a:p>
            <a:pPr marL="1257300" lvl="2" indent="-342900">
              <a:lnSpc>
                <a:spcPct val="150000"/>
              </a:lnSpc>
              <a:buAutoNum type="arabicPeriod"/>
            </a:pPr>
            <a:r>
              <a:rPr lang="zh-CN" altLang="en-US" sz="1400" dirty="0">
                <a:latin typeface="微软雅黑" panose="020B0503020204020204" pitchFamily="34" charset="-122"/>
                <a:ea typeface="微软雅黑" panose="020B0503020204020204" pitchFamily="34" charset="-122"/>
              </a:rPr>
              <a:t>发送 </a:t>
            </a:r>
            <a:r>
              <a:rPr lang="en-US" altLang="zh-CN" sz="1400" dirty="0">
                <a:latin typeface="微软雅黑" panose="020B0503020204020204" pitchFamily="34" charset="-122"/>
                <a:ea typeface="微软雅黑" panose="020B0503020204020204" pitchFamily="34" charset="-122"/>
              </a:rPr>
              <a:t>view-change </a:t>
            </a:r>
            <a:r>
              <a:rPr lang="zh-CN" altLang="en-US" sz="1400" dirty="0">
                <a:latin typeface="微软雅黑" panose="020B0503020204020204" pitchFamily="34" charset="-122"/>
                <a:ea typeface="微软雅黑" panose="020B0503020204020204" pitchFamily="34" charset="-122"/>
              </a:rPr>
              <a:t>消息后，未能在预定时间内收到多于 </a:t>
            </a:r>
            <a:r>
              <a:rPr lang="en-US" altLang="zh-CN" sz="1400" dirty="0">
                <a:latin typeface="微软雅黑" panose="020B0503020204020204" pitchFamily="34" charset="-122"/>
                <a:ea typeface="微软雅黑" panose="020B0503020204020204" pitchFamily="34" charset="-122"/>
              </a:rPr>
              <a:t>2f+1</a:t>
            </a:r>
            <a:r>
              <a:rPr lang="zh-CN" altLang="en-US" sz="1400" dirty="0">
                <a:latin typeface="微软雅黑" panose="020B0503020204020204" pitchFamily="34" charset="-122"/>
                <a:ea typeface="微软雅黑" panose="020B0503020204020204" pitchFamily="34" charset="-122"/>
              </a:rPr>
              <a:t>个其它结点发送的 </a:t>
            </a:r>
            <a:r>
              <a:rPr lang="en-US" altLang="zh-CN" sz="1400" dirty="0">
                <a:latin typeface="微软雅黑" panose="020B0503020204020204" pitchFamily="34" charset="-122"/>
                <a:ea typeface="微软雅黑" panose="020B0503020204020204" pitchFamily="34" charset="-122"/>
              </a:rPr>
              <a:t>view-change </a:t>
            </a:r>
            <a:r>
              <a:rPr lang="zh-CN" altLang="en-US" sz="1400" dirty="0">
                <a:latin typeface="微软雅黑" panose="020B0503020204020204" pitchFamily="34" charset="-122"/>
                <a:ea typeface="微软雅黑" panose="020B0503020204020204" pitchFamily="34" charset="-122"/>
              </a:rPr>
              <a:t>消息，触发 </a:t>
            </a:r>
            <a:r>
              <a:rPr lang="en-US" altLang="zh-CN" sz="1400" dirty="0" err="1">
                <a:solidFill>
                  <a:schemeClr val="accent2"/>
                </a:solidFill>
                <a:latin typeface="微软雅黑" panose="020B0503020204020204" pitchFamily="34" charset="-122"/>
                <a:ea typeface="微软雅黑" panose="020B0503020204020204" pitchFamily="34" charset="-122"/>
              </a:rPr>
              <a:t>viewChangeResendTimerEvent</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事件</a:t>
            </a:r>
            <a:r>
              <a:rPr lang="en-US" altLang="zh-CN" sz="1400" dirty="0">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viewchange.go</a:t>
            </a:r>
            <a:r>
              <a:rPr lang="en-US" altLang="zh-CN" sz="1400" dirty="0">
                <a:solidFill>
                  <a:schemeClr val="accent1"/>
                </a:solidFill>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sendViewChange</a:t>
            </a:r>
            <a:r>
              <a:rPr lang="en-US"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pPr marL="1257300" lvl="2" indent="-342900">
              <a:lnSpc>
                <a:spcPct val="150000"/>
              </a:lnSpc>
              <a:buAutoNum type="arabicPeriod"/>
            </a:pPr>
            <a:r>
              <a:rPr lang="zh-CN" altLang="en-US" sz="1400" dirty="0">
                <a:latin typeface="微软雅黑" panose="020B0503020204020204" pitchFamily="34" charset="-122"/>
                <a:ea typeface="微软雅黑" panose="020B0503020204020204" pitchFamily="34" charset="-122"/>
              </a:rPr>
              <a:t>接收到 </a:t>
            </a:r>
            <a:r>
              <a:rPr lang="en-US" altLang="zh-CN" sz="1400" dirty="0">
                <a:latin typeface="微软雅黑" panose="020B0503020204020204" pitchFamily="34" charset="-122"/>
                <a:ea typeface="微软雅黑" panose="020B0503020204020204" pitchFamily="34" charset="-122"/>
              </a:rPr>
              <a:t>view-change </a:t>
            </a:r>
            <a:r>
              <a:rPr lang="zh-CN" altLang="en-US" sz="1400" dirty="0">
                <a:latin typeface="微软雅黑" panose="020B0503020204020204" pitchFamily="34" charset="-122"/>
                <a:ea typeface="微软雅黑" panose="020B0503020204020204" pitchFamily="34" charset="-122"/>
              </a:rPr>
              <a:t>消息后，发现有多于 </a:t>
            </a:r>
            <a:r>
              <a:rPr lang="en-US" altLang="zh-CN" sz="1400" dirty="0">
                <a:latin typeface="微软雅黑" panose="020B0503020204020204" pitchFamily="34" charset="-122"/>
                <a:ea typeface="微软雅黑" panose="020B0503020204020204" pitchFamily="34" charset="-122"/>
              </a:rPr>
              <a:t>f</a:t>
            </a:r>
            <a:r>
              <a:rPr lang="zh-CN" altLang="en-US" sz="1400" dirty="0">
                <a:latin typeface="微软雅黑" panose="020B0503020204020204" pitchFamily="34" charset="-122"/>
                <a:ea typeface="微软雅黑" panose="020B0503020204020204" pitchFamily="34" charset="-122"/>
              </a:rPr>
              <a:t>个结点发送的 </a:t>
            </a:r>
            <a:r>
              <a:rPr lang="en-US" altLang="zh-CN" sz="1400" dirty="0">
                <a:latin typeface="微软雅黑" panose="020B0503020204020204" pitchFamily="34" charset="-122"/>
                <a:ea typeface="微软雅黑" panose="020B0503020204020204" pitchFamily="34" charset="-122"/>
              </a:rPr>
              <a:t>view-change </a:t>
            </a:r>
            <a:r>
              <a:rPr lang="zh-CN" altLang="en-US" sz="1400" dirty="0">
                <a:latin typeface="微软雅黑" panose="020B0503020204020204" pitchFamily="34" charset="-122"/>
                <a:ea typeface="微软雅黑" panose="020B0503020204020204" pitchFamily="34" charset="-122"/>
              </a:rPr>
              <a:t>消息中的域编号各不相同且都大于自己当前的域编号，因而挑选里面最小的域编号作为自己的域编号，并发送 </a:t>
            </a:r>
            <a:r>
              <a:rPr lang="en-US" altLang="zh-CN" sz="1400" dirty="0">
                <a:latin typeface="微软雅黑" panose="020B0503020204020204" pitchFamily="34" charset="-122"/>
                <a:ea typeface="微软雅黑" panose="020B0503020204020204" pitchFamily="34" charset="-122"/>
              </a:rPr>
              <a:t>view-change </a:t>
            </a:r>
            <a:r>
              <a:rPr lang="zh-CN" altLang="en-US" sz="1400" dirty="0">
                <a:latin typeface="微软雅黑" panose="020B0503020204020204" pitchFamily="34" charset="-122"/>
                <a:ea typeface="微软雅黑" panose="020B0503020204020204" pitchFamily="34" charset="-122"/>
              </a:rPr>
              <a:t>消息</a:t>
            </a:r>
            <a:r>
              <a:rPr lang="en-US" altLang="zh-CN" sz="1400" dirty="0">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viewchange.go</a:t>
            </a:r>
            <a:r>
              <a:rPr lang="en-US" altLang="zh-CN" sz="1400" dirty="0">
                <a:solidFill>
                  <a:schemeClr val="accent1"/>
                </a:solidFill>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recvViewChange</a:t>
            </a:r>
            <a:r>
              <a:rPr lang="en-US" altLang="zh-CN" sz="1400" dirty="0">
                <a:solidFill>
                  <a:schemeClr val="tx1"/>
                </a:solidFill>
                <a:latin typeface="微软雅黑" panose="020B0503020204020204" pitchFamily="34" charset="-122"/>
                <a:ea typeface="微软雅黑" panose="020B0503020204020204" pitchFamily="34" charset="-122"/>
              </a:rPr>
              <a:t>)</a:t>
            </a:r>
            <a:endParaRPr lang="zh-CN" altLang="en-US" sz="1400" dirty="0">
              <a:solidFill>
                <a:schemeClr val="tx1"/>
              </a:solidFill>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sz="1400" dirty="0">
                <a:latin typeface="微软雅黑" panose="020B0503020204020204" pitchFamily="34" charset="-122"/>
                <a:ea typeface="微软雅黑" panose="020B0503020204020204" pitchFamily="34" charset="-122"/>
              </a:rPr>
              <a:t>其它情况</a:t>
            </a:r>
            <a:endParaRPr lang="en-US" altLang="zh-CN" sz="1400" dirty="0">
              <a:latin typeface="微软雅黑" panose="020B0503020204020204" pitchFamily="34" charset="-122"/>
              <a:ea typeface="微软雅黑" panose="020B0503020204020204" pitchFamily="34" charset="-122"/>
            </a:endParaRPr>
          </a:p>
          <a:p>
            <a:pPr marL="1257300" lvl="2" indent="-342900">
              <a:lnSpc>
                <a:spcPct val="150000"/>
              </a:lnSpc>
              <a:buFont typeface="+mj-lt"/>
              <a:buAutoNum type="arabicPeriod"/>
            </a:pPr>
            <a:r>
              <a:rPr lang="zh-CN" altLang="en-US" sz="1400" dirty="0">
                <a:solidFill>
                  <a:srgbClr val="FF0000"/>
                </a:solidFill>
                <a:latin typeface="微软雅黑" panose="020B0503020204020204" pitchFamily="34" charset="-122"/>
                <a:ea typeface="微软雅黑" panose="020B0503020204020204" pitchFamily="34" charset="-122"/>
              </a:rPr>
              <a:t>预定时间内未收到主结点的 </a:t>
            </a:r>
            <a:r>
              <a:rPr lang="en-US" altLang="zh-CN" sz="1400" dirty="0">
                <a:solidFill>
                  <a:srgbClr val="FF0000"/>
                </a:solidFill>
                <a:latin typeface="微软雅黑" panose="020B0503020204020204" pitchFamily="34" charset="-122"/>
                <a:ea typeface="微软雅黑" panose="020B0503020204020204" pitchFamily="34" charset="-122"/>
              </a:rPr>
              <a:t>pre-prepare </a:t>
            </a:r>
            <a:r>
              <a:rPr lang="zh-CN" altLang="en-US" sz="1400" dirty="0">
                <a:solidFill>
                  <a:srgbClr val="FF0000"/>
                </a:solidFill>
                <a:latin typeface="微软雅黑" panose="020B0503020204020204" pitchFamily="34" charset="-122"/>
                <a:ea typeface="微软雅黑" panose="020B0503020204020204" pitchFamily="34" charset="-122"/>
              </a:rPr>
              <a:t>消息</a:t>
            </a:r>
            <a:r>
              <a:rPr lang="en-US" altLang="zh-CN" sz="1400" dirty="0">
                <a:solidFill>
                  <a:schemeClr val="tx1"/>
                </a:solidFill>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batch.go</a:t>
            </a:r>
            <a:r>
              <a:rPr lang="en-US" altLang="zh-CN" sz="1400" dirty="0">
                <a:solidFill>
                  <a:schemeClr val="accent1"/>
                </a:solidFill>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startTimerIfOutstandingRequests</a:t>
            </a:r>
            <a:r>
              <a:rPr lang="en-US" altLang="zh-CN" sz="1400" dirty="0">
                <a:solidFill>
                  <a:schemeClr val="tx1"/>
                </a:solidFill>
                <a:latin typeface="微软雅黑" panose="020B0503020204020204" pitchFamily="34" charset="-122"/>
                <a:ea typeface="微软雅黑" panose="020B0503020204020204" pitchFamily="34" charset="-122"/>
              </a:rPr>
              <a:t>)</a:t>
            </a:r>
            <a:endParaRPr lang="zh-CN" altLang="en-US" sz="1400" dirty="0">
              <a:solidFill>
                <a:schemeClr val="tx1"/>
              </a:solidFill>
              <a:latin typeface="微软雅黑" panose="020B0503020204020204" pitchFamily="34" charset="-122"/>
              <a:ea typeface="微软雅黑" panose="020B0503020204020204" pitchFamily="34" charset="-122"/>
            </a:endParaRPr>
          </a:p>
          <a:p>
            <a:pPr marL="1257300" lvl="2" indent="-342900">
              <a:lnSpc>
                <a:spcPct val="150000"/>
              </a:lnSpc>
              <a:buAutoNum type="arabicPeriod"/>
            </a:pPr>
            <a:r>
              <a:rPr lang="zh-CN" altLang="en-US" sz="1400" dirty="0">
                <a:latin typeface="微软雅黑" panose="020B0503020204020204" pitchFamily="34" charset="-122"/>
                <a:ea typeface="微软雅黑" panose="020B0503020204020204" pitchFamily="34" charset="-122"/>
              </a:rPr>
              <a:t>收到的 </a:t>
            </a:r>
            <a:r>
              <a:rPr lang="en-US" altLang="zh-CN" sz="1400" dirty="0">
                <a:latin typeface="微软雅黑" panose="020B0503020204020204" pitchFamily="34" charset="-122"/>
                <a:ea typeface="微软雅黑" panose="020B0503020204020204" pitchFamily="34" charset="-122"/>
              </a:rPr>
              <a:t>pre-prepare </a:t>
            </a:r>
            <a:r>
              <a:rPr lang="zh-CN" altLang="en-US" sz="1400" dirty="0">
                <a:latin typeface="微软雅黑" panose="020B0503020204020204" pitchFamily="34" charset="-122"/>
                <a:ea typeface="微软雅黑" panose="020B0503020204020204" pitchFamily="34" charset="-122"/>
              </a:rPr>
              <a:t>消息中的请求序号大于 </a:t>
            </a:r>
            <a:r>
              <a:rPr lang="en-US" altLang="zh-CN" sz="1400" dirty="0" err="1">
                <a:latin typeface="微软雅黑" panose="020B0503020204020204" pitchFamily="34" charset="-122"/>
                <a:ea typeface="微软雅黑" panose="020B0503020204020204" pitchFamily="34" charset="-122"/>
              </a:rPr>
              <a:t>pbftCore.viewChangeSeqNo</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（即应该发起域转换了）</a:t>
            </a:r>
            <a:r>
              <a:rPr lang="en-US" altLang="zh-CN" sz="1400" dirty="0">
                <a:solidFill>
                  <a:schemeClr val="tx1"/>
                </a:solidFill>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pbft-core.go</a:t>
            </a:r>
            <a:r>
              <a:rPr lang="en-US" altLang="zh-CN" sz="1400" dirty="0">
                <a:solidFill>
                  <a:schemeClr val="accent1"/>
                </a:solidFill>
                <a:latin typeface="微软雅黑" panose="020B0503020204020204" pitchFamily="34" charset="-122"/>
                <a:ea typeface="微软雅黑" panose="020B0503020204020204" pitchFamily="34" charset="-122"/>
              </a:rPr>
              <a:t>/ </a:t>
            </a:r>
            <a:r>
              <a:rPr lang="en-US" altLang="zh-CN" sz="1400" dirty="0" err="1">
                <a:solidFill>
                  <a:schemeClr val="accent1"/>
                </a:solidFill>
                <a:latin typeface="微软雅黑" panose="020B0503020204020204" pitchFamily="34" charset="-122"/>
                <a:ea typeface="微软雅黑" panose="020B0503020204020204" pitchFamily="34" charset="-122"/>
              </a:rPr>
              <a:t>recvPrePrepare</a:t>
            </a:r>
            <a:r>
              <a:rPr lang="en-US" altLang="zh-CN" sz="1400" dirty="0">
                <a:solidFill>
                  <a:schemeClr val="tx1"/>
                </a:solidFill>
                <a:latin typeface="微软雅黑" panose="020B0503020204020204" pitchFamily="34" charset="-122"/>
                <a:ea typeface="微软雅黑" panose="020B0503020204020204" pitchFamily="34" charset="-122"/>
              </a:rPr>
              <a:t>)</a:t>
            </a:r>
            <a:endParaRPr lang="zh-CN" altLang="en-US" sz="1400" dirty="0">
              <a:solidFill>
                <a:schemeClr val="tx1"/>
              </a:solidFill>
              <a:latin typeface="微软雅黑" panose="020B0503020204020204" pitchFamily="34" charset="-122"/>
              <a:ea typeface="微软雅黑" panose="020B0503020204020204" pitchFamily="34" charset="-122"/>
            </a:endParaRPr>
          </a:p>
          <a:p>
            <a:pPr marL="1257300" lvl="2" indent="-342900">
              <a:lnSpc>
                <a:spcPct val="150000"/>
              </a:lnSpc>
              <a:buAutoNum type="arabicPeriod"/>
            </a:pPr>
            <a:r>
              <a:rPr lang="zh-CN" altLang="en-US" sz="1400" dirty="0">
                <a:latin typeface="微软雅黑" panose="020B0503020204020204" pitchFamily="34" charset="-122"/>
                <a:ea typeface="微软雅黑" panose="020B0503020204020204" pitchFamily="34" charset="-122"/>
              </a:rPr>
              <a:t>收到 </a:t>
            </a:r>
            <a:r>
              <a:rPr lang="en-US" altLang="zh-CN" sz="1400" dirty="0">
                <a:latin typeface="微软雅黑" panose="020B0503020204020204" pitchFamily="34" charset="-122"/>
                <a:ea typeface="微软雅黑" panose="020B0503020204020204" pitchFamily="34" charset="-122"/>
              </a:rPr>
              <a:t>commit </a:t>
            </a:r>
            <a:r>
              <a:rPr lang="zh-CN" altLang="en-US" sz="1400" dirty="0">
                <a:latin typeface="微软雅黑" panose="020B0503020204020204" pitchFamily="34" charset="-122"/>
                <a:ea typeface="微软雅黑" panose="020B0503020204020204" pitchFamily="34" charset="-122"/>
              </a:rPr>
              <a:t>消息时，发现请求处于 </a:t>
            </a:r>
            <a:r>
              <a:rPr lang="en-US" altLang="zh-CN" sz="1400" dirty="0">
                <a:latin typeface="微软雅黑" panose="020B0503020204020204" pitchFamily="34" charset="-122"/>
                <a:ea typeface="微软雅黑" panose="020B0503020204020204" pitchFamily="34" charset="-122"/>
              </a:rPr>
              <a:t>committed </a:t>
            </a:r>
            <a:r>
              <a:rPr lang="zh-CN" altLang="en-US" sz="1400" dirty="0">
                <a:latin typeface="微软雅黑" panose="020B0503020204020204" pitchFamily="34" charset="-122"/>
                <a:ea typeface="微软雅黑" panose="020B0503020204020204" pitchFamily="34" charset="-122"/>
              </a:rPr>
              <a:t>状态，且执行请求提交后，发现 </a:t>
            </a:r>
            <a:r>
              <a:rPr lang="en-US" altLang="zh-CN" sz="1400" dirty="0" err="1">
                <a:latin typeface="微软雅黑" panose="020B0503020204020204" pitchFamily="34" charset="-122"/>
                <a:ea typeface="微软雅黑" panose="020B0503020204020204" pitchFamily="34" charset="-122"/>
              </a:rPr>
              <a:t>commit.SequenceNumber</a:t>
            </a:r>
            <a:r>
              <a:rPr lang="en-US" altLang="zh-CN" sz="1400" dirty="0">
                <a:latin typeface="微软雅黑" panose="020B0503020204020204" pitchFamily="34" charset="-122"/>
                <a:ea typeface="微软雅黑" panose="020B0503020204020204" pitchFamily="34" charset="-122"/>
              </a:rPr>
              <a:t> == </a:t>
            </a:r>
            <a:r>
              <a:rPr lang="en-US" altLang="zh-CN" sz="1400" dirty="0" err="1">
                <a:latin typeface="微软雅黑" panose="020B0503020204020204" pitchFamily="34" charset="-122"/>
                <a:ea typeface="微软雅黑" panose="020B0503020204020204" pitchFamily="34" charset="-122"/>
              </a:rPr>
              <a:t>instance.viewChangeSeqNo</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（即执行完这一请求，就应该发起域转换了）</a:t>
            </a:r>
            <a:r>
              <a:rPr lang="en-US" altLang="zh-CN" sz="1400" dirty="0">
                <a:latin typeface="微软雅黑" panose="020B0503020204020204" pitchFamily="34" charset="-122"/>
                <a:ea typeface="微软雅黑" panose="020B0503020204020204" pitchFamily="34" charset="-122"/>
              </a:rPr>
              <a:t>(</a:t>
            </a:r>
            <a:r>
              <a:rPr lang="en-US" altLang="zh-CN" sz="1400" dirty="0" err="1">
                <a:solidFill>
                  <a:schemeClr val="accent1"/>
                </a:solidFill>
                <a:latin typeface="微软雅黑" panose="020B0503020204020204" pitchFamily="34" charset="-122"/>
                <a:ea typeface="微软雅黑" panose="020B0503020204020204" pitchFamily="34" charset="-122"/>
              </a:rPr>
              <a:t>pbft</a:t>
            </a:r>
            <a:r>
              <a:rPr lang="en-US" altLang="zh-CN" dirty="0" err="1">
                <a:solidFill>
                  <a:schemeClr val="accent1"/>
                </a:solidFill>
                <a:latin typeface="微软雅黑" panose="020B0503020204020204" pitchFamily="34" charset="-122"/>
                <a:ea typeface="微软雅黑" panose="020B0503020204020204" pitchFamily="34" charset="-122"/>
              </a:rPr>
              <a:t>-core.go</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recvCommit</a:t>
            </a:r>
            <a:r>
              <a:rPr lang="en-US" altLang="zh-CN"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sp>
        <p:nvSpPr>
          <p:cNvPr id="2" name="AutoShape 3">
            <a:extLst>
              <a:ext uri="{FF2B5EF4-FFF2-40B4-BE49-F238E27FC236}">
                <a16:creationId xmlns:a16="http://schemas.microsoft.com/office/drawing/2014/main" id="{8C213337-83E3-29D4-69A3-4D9D9DD34564}"/>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en-US" altLang="zh-CN" sz="2000" b="1" dirty="0">
                <a:solidFill>
                  <a:srgbClr val="1F2329"/>
                </a:solidFill>
              </a:rPr>
              <a:t>PBFT</a:t>
            </a:r>
            <a:r>
              <a:rPr lang="zh-CN" altLang="en-US" sz="2000" b="1" dirty="0">
                <a:solidFill>
                  <a:srgbClr val="1F2329"/>
                </a:solidFill>
              </a:rPr>
              <a:t>共识</a:t>
            </a:r>
            <a:endParaRPr lang="en-US" sz="1100" dirty="0"/>
          </a:p>
        </p:txBody>
      </p:sp>
    </p:spTree>
    <p:extLst>
      <p:ext uri="{BB962C8B-B14F-4D97-AF65-F5344CB8AC3E}">
        <p14:creationId xmlns:p14="http://schemas.microsoft.com/office/powerpoint/2010/main" val="3099196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B80EE75-4277-69E0-03AD-FAD948D88CFB}"/>
              </a:ext>
            </a:extLst>
          </p:cNvPr>
          <p:cNvSpPr txBox="1"/>
          <p:nvPr/>
        </p:nvSpPr>
        <p:spPr>
          <a:xfrm>
            <a:off x="452284" y="1285327"/>
            <a:ext cx="10746658" cy="3108543"/>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 </a:t>
            </a:r>
            <a:r>
              <a:rPr lang="en-US" altLang="zh-CN" dirty="0">
                <a:solidFill>
                  <a:schemeClr val="accent1"/>
                </a:solidFill>
                <a:latin typeface="微软雅黑" panose="020B0503020204020204" pitchFamily="34" charset="-122"/>
                <a:ea typeface="微软雅黑" panose="020B0503020204020204" pitchFamily="34" charset="-122"/>
              </a:rPr>
              <a:t>consensus/</a:t>
            </a:r>
            <a:r>
              <a:rPr lang="en-US" altLang="zh-CN" dirty="0" err="1">
                <a:solidFill>
                  <a:schemeClr val="accent1"/>
                </a:solidFill>
                <a:latin typeface="微软雅黑" panose="020B0503020204020204" pitchFamily="34" charset="-122"/>
                <a:ea typeface="微软雅黑" panose="020B0503020204020204" pitchFamily="34" charset="-122"/>
              </a:rPr>
              <a:t>pbft</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requeststore.go</a:t>
            </a:r>
            <a:endParaRPr lang="en-US" altLang="zh-CN" dirty="0">
              <a:solidFill>
                <a:schemeClr val="accent1"/>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type </a:t>
            </a:r>
            <a:r>
              <a:rPr lang="en-US" altLang="zh-CN" dirty="0" err="1">
                <a:latin typeface="微软雅黑" panose="020B0503020204020204" pitchFamily="34" charset="-122"/>
                <a:ea typeface="微软雅黑" panose="020B0503020204020204" pitchFamily="34" charset="-122"/>
              </a:rPr>
              <a:t>requestStore</a:t>
            </a:r>
            <a:r>
              <a:rPr lang="en-US" altLang="zh-CN" dirty="0">
                <a:latin typeface="微软雅黑" panose="020B0503020204020204" pitchFamily="34" charset="-122"/>
                <a:ea typeface="微软雅黑" panose="020B0503020204020204" pitchFamily="34" charset="-122"/>
              </a:rPr>
              <a:t> struct {</a:t>
            </a: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outstandingRequests</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orderedRequests</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主节点和副本节点记录待处理请求</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pendingRequests</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orderedRequests</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仅主节点记录待处理请求</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a:solidFill>
                  <a:schemeClr val="accent1"/>
                </a:solidFill>
                <a:latin typeface="微软雅黑" panose="020B0503020204020204" pitchFamily="34" charset="-122"/>
                <a:ea typeface="微软雅黑" panose="020B0503020204020204" pitchFamily="34" charset="-122"/>
              </a:rPr>
              <a:t>consensus/</a:t>
            </a:r>
            <a:r>
              <a:rPr lang="en-US" altLang="zh-CN" dirty="0" err="1">
                <a:solidFill>
                  <a:schemeClr val="accent1"/>
                </a:solidFill>
                <a:latin typeface="微软雅黑" panose="020B0503020204020204" pitchFamily="34" charset="-122"/>
                <a:ea typeface="微软雅黑" panose="020B0503020204020204" pitchFamily="34" charset="-122"/>
              </a:rPr>
              <a:t>pbft</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batch.go</a:t>
            </a:r>
            <a:endParaRPr lang="en-US" altLang="zh-CN" dirty="0">
              <a:solidFill>
                <a:schemeClr val="accent1"/>
              </a:solidFill>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batchStore</a:t>
            </a:r>
            <a:r>
              <a:rPr lang="en-US" altLang="zh-CN" dirty="0">
                <a:latin typeface="微软雅黑" panose="020B0503020204020204" pitchFamily="34" charset="-122"/>
                <a:ea typeface="微软雅黑" panose="020B0503020204020204" pitchFamily="34" charset="-122"/>
              </a:rPr>
              <a:t>       []*Request   			//</a:t>
            </a:r>
            <a:r>
              <a:rPr lang="zh-CN" altLang="en-US" dirty="0">
                <a:latin typeface="微软雅黑" panose="020B0503020204020204" pitchFamily="34" charset="-122"/>
                <a:ea typeface="微软雅黑" panose="020B0503020204020204" pitchFamily="34" charset="-122"/>
              </a:rPr>
              <a:t>主节点记录待处理交易，达到预定大小后以</a:t>
            </a:r>
            <a:r>
              <a:rPr lang="en-US" altLang="zh-CN" dirty="0">
                <a:latin typeface="微软雅黑" panose="020B0503020204020204" pitchFamily="34" charset="-122"/>
                <a:ea typeface="微软雅黑" panose="020B0503020204020204" pitchFamily="34" charset="-122"/>
              </a:rPr>
              <a:t>batch</a:t>
            </a:r>
            <a:r>
              <a:rPr lang="zh-CN" altLang="en-US" dirty="0">
                <a:latin typeface="微软雅黑" panose="020B0503020204020204" pitchFamily="34" charset="-122"/>
                <a:ea typeface="微软雅黑" panose="020B0503020204020204" pitchFamily="34" charset="-122"/>
              </a:rPr>
              <a:t>为单位发起共识</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type Request struct {</a:t>
            </a:r>
          </a:p>
          <a:p>
            <a:r>
              <a:rPr lang="en-US" altLang="zh-CN" dirty="0">
                <a:latin typeface="微软雅黑" panose="020B0503020204020204" pitchFamily="34" charset="-122"/>
                <a:ea typeface="微软雅黑" panose="020B0503020204020204" pitchFamily="34" charset="-122"/>
              </a:rPr>
              <a:t>	Timestamp *</a:t>
            </a:r>
            <a:r>
              <a:rPr lang="en-US" altLang="zh-CN" dirty="0" err="1">
                <a:latin typeface="微软雅黑" panose="020B0503020204020204" pitchFamily="34" charset="-122"/>
                <a:ea typeface="微软雅黑" panose="020B0503020204020204" pitchFamily="34" charset="-122"/>
              </a:rPr>
              <a:t>google_protobuf.Timestamp</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时间戳</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Payload   []byte			//</a:t>
            </a:r>
            <a:r>
              <a:rPr lang="zh-CN" altLang="en-US" dirty="0">
                <a:latin typeface="微软雅黑" panose="020B0503020204020204" pitchFamily="34" charset="-122"/>
                <a:ea typeface="微软雅黑" panose="020B0503020204020204" pitchFamily="34" charset="-122"/>
              </a:rPr>
              <a:t>负载</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ReplicaId</a:t>
            </a:r>
            <a:r>
              <a:rPr lang="en-US" altLang="zh-CN" dirty="0">
                <a:latin typeface="微软雅黑" panose="020B0503020204020204" pitchFamily="34" charset="-122"/>
                <a:ea typeface="微软雅黑" panose="020B0503020204020204" pitchFamily="34" charset="-122"/>
              </a:rPr>
              <a:t> uint64                     		//</a:t>
            </a:r>
            <a:r>
              <a:rPr lang="zh-CN" altLang="en-US" dirty="0">
                <a:latin typeface="微软雅黑" panose="020B0503020204020204" pitchFamily="34" charset="-122"/>
                <a:ea typeface="微软雅黑" panose="020B0503020204020204" pitchFamily="34" charset="-122"/>
              </a:rPr>
              <a:t>发送节点</a:t>
            </a:r>
            <a:r>
              <a:rPr lang="en-US" altLang="zh-CN" dirty="0">
                <a:latin typeface="微软雅黑" panose="020B0503020204020204" pitchFamily="34" charset="-122"/>
                <a:ea typeface="微软雅黑" panose="020B0503020204020204" pitchFamily="34" charset="-122"/>
              </a:rPr>
              <a:t>id</a:t>
            </a:r>
          </a:p>
          <a:p>
            <a:r>
              <a:rPr lang="en-US" altLang="zh-CN" dirty="0">
                <a:latin typeface="微软雅黑" panose="020B0503020204020204" pitchFamily="34" charset="-122"/>
                <a:ea typeface="微软雅黑" panose="020B0503020204020204" pitchFamily="34" charset="-122"/>
              </a:rPr>
              <a:t>	Signature []byte                     		//</a:t>
            </a:r>
            <a:r>
              <a:rPr lang="zh-CN" altLang="en-US" dirty="0">
                <a:latin typeface="微软雅黑" panose="020B0503020204020204" pitchFamily="34" charset="-122"/>
                <a:ea typeface="微软雅黑" panose="020B0503020204020204" pitchFamily="34" charset="-122"/>
              </a:rPr>
              <a:t>签名</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57B097E3-28A4-138D-E1F0-782EAF083734}"/>
              </a:ext>
            </a:extLst>
          </p:cNvPr>
          <p:cNvSpPr txBox="1"/>
          <p:nvPr/>
        </p:nvSpPr>
        <p:spPr>
          <a:xfrm>
            <a:off x="370318" y="4391412"/>
            <a:ext cx="10306665" cy="2246769"/>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 </a:t>
            </a:r>
            <a:r>
              <a:rPr lang="en-US" altLang="zh-CN" dirty="0">
                <a:solidFill>
                  <a:schemeClr val="accent1"/>
                </a:solidFill>
                <a:latin typeface="微软雅黑" panose="020B0503020204020204" pitchFamily="34" charset="-122"/>
                <a:ea typeface="微软雅黑" panose="020B0503020204020204" pitchFamily="34" charset="-122"/>
              </a:rPr>
              <a:t>consensus/</a:t>
            </a:r>
            <a:r>
              <a:rPr lang="en-US" altLang="zh-CN" dirty="0" err="1">
                <a:solidFill>
                  <a:schemeClr val="accent1"/>
                </a:solidFill>
                <a:latin typeface="微软雅黑" panose="020B0503020204020204" pitchFamily="34" charset="-122"/>
                <a:ea typeface="微软雅黑" panose="020B0503020204020204" pitchFamily="34" charset="-122"/>
              </a:rPr>
              <a:t>pbft</a:t>
            </a:r>
            <a:r>
              <a:rPr lang="en-US" altLang="zh-CN" dirty="0">
                <a:solidFill>
                  <a:schemeClr val="accent1"/>
                </a:solidFill>
                <a:latin typeface="微软雅黑" panose="020B0503020204020204" pitchFamily="34" charset="-122"/>
                <a:ea typeface="微软雅黑" panose="020B0503020204020204" pitchFamily="34" charset="-122"/>
              </a:rPr>
              <a:t>/</a:t>
            </a:r>
            <a:r>
              <a:rPr lang="en-US" altLang="zh-CN" dirty="0" err="1">
                <a:solidFill>
                  <a:schemeClr val="accent1"/>
                </a:solidFill>
                <a:latin typeface="微软雅黑" panose="020B0503020204020204" pitchFamily="34" charset="-122"/>
                <a:ea typeface="微软雅黑" panose="020B0503020204020204" pitchFamily="34" charset="-122"/>
              </a:rPr>
              <a:t>pbft-core.go</a:t>
            </a:r>
            <a:endParaRPr lang="en-US" altLang="zh-CN" dirty="0">
              <a:solidFill>
                <a:schemeClr val="accent1"/>
              </a:solidFill>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certStore       map[msgID]*msgCert       // 跟踪共识过程中的消息</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type </a:t>
            </a:r>
            <a:r>
              <a:rPr lang="en-US" altLang="zh-CN" dirty="0" err="1">
                <a:latin typeface="微软雅黑" panose="020B0503020204020204" pitchFamily="34" charset="-122"/>
                <a:ea typeface="微软雅黑" panose="020B0503020204020204" pitchFamily="34" charset="-122"/>
              </a:rPr>
              <a:t>msgCert</a:t>
            </a:r>
            <a:r>
              <a:rPr lang="en-US" altLang="zh-CN" dirty="0">
                <a:latin typeface="微软雅黑" panose="020B0503020204020204" pitchFamily="34" charset="-122"/>
                <a:ea typeface="微软雅黑" panose="020B0503020204020204" pitchFamily="34" charset="-122"/>
              </a:rPr>
              <a:t> struct {</a:t>
            </a:r>
          </a:p>
          <a:p>
            <a:r>
              <a:rPr lang="en-US" altLang="zh-CN" dirty="0">
                <a:latin typeface="微软雅黑" panose="020B0503020204020204" pitchFamily="34" charset="-122"/>
                <a:ea typeface="微软雅黑" panose="020B0503020204020204" pitchFamily="34" charset="-122"/>
              </a:rPr>
              <a:t>	digest      string 		  //batch</a:t>
            </a:r>
            <a:r>
              <a:rPr lang="zh-CN" altLang="en-US" dirty="0">
                <a:latin typeface="微软雅黑" panose="020B0503020204020204" pitchFamily="34" charset="-122"/>
                <a:ea typeface="微软雅黑" panose="020B0503020204020204" pitchFamily="34" charset="-122"/>
              </a:rPr>
              <a:t>摘要</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prePrepare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PrePrepare</a:t>
            </a:r>
            <a:r>
              <a:rPr lang="en-US" altLang="zh-CN" dirty="0">
                <a:latin typeface="微软雅黑" panose="020B0503020204020204" pitchFamily="34" charset="-122"/>
                <a:ea typeface="微软雅黑" panose="020B0503020204020204" pitchFamily="34" charset="-122"/>
              </a:rPr>
              <a:t>	  //pre-prepare</a:t>
            </a:r>
            <a:r>
              <a:rPr lang="zh-CN" altLang="en-US" dirty="0">
                <a:latin typeface="微软雅黑" panose="020B0503020204020204" pitchFamily="34" charset="-122"/>
                <a:ea typeface="微软雅黑" panose="020B0503020204020204" pitchFamily="34" charset="-122"/>
              </a:rPr>
              <a:t>消息</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sentPrepare</a:t>
            </a:r>
            <a:r>
              <a:rPr lang="en-US" altLang="zh-CN" dirty="0">
                <a:latin typeface="微软雅黑" panose="020B0503020204020204" pitchFamily="34" charset="-122"/>
                <a:ea typeface="微软雅黑" panose="020B0503020204020204" pitchFamily="34" charset="-122"/>
              </a:rPr>
              <a:t> bool		  //</a:t>
            </a:r>
            <a:r>
              <a:rPr lang="zh-CN" altLang="en-US" dirty="0">
                <a:latin typeface="微软雅黑" panose="020B0503020204020204" pitchFamily="34" charset="-122"/>
                <a:ea typeface="微软雅黑" panose="020B0503020204020204" pitchFamily="34" charset="-122"/>
              </a:rPr>
              <a:t>是否已发送</a:t>
            </a:r>
            <a:r>
              <a:rPr lang="en-US" altLang="zh-CN" dirty="0">
                <a:latin typeface="微软雅黑" panose="020B0503020204020204" pitchFamily="34" charset="-122"/>
                <a:ea typeface="微软雅黑" panose="020B0503020204020204" pitchFamily="34" charset="-122"/>
              </a:rPr>
              <a:t>prepare</a:t>
            </a:r>
            <a:r>
              <a:rPr lang="zh-CN" altLang="en-US" dirty="0">
                <a:latin typeface="微软雅黑" panose="020B0503020204020204" pitchFamily="34" charset="-122"/>
                <a:ea typeface="微软雅黑" panose="020B0503020204020204" pitchFamily="34" charset="-122"/>
              </a:rPr>
              <a:t>消息</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prepare     []*Prepare	 	  //</a:t>
            </a:r>
            <a:r>
              <a:rPr lang="zh-CN" altLang="en-US" dirty="0">
                <a:latin typeface="微软雅黑" panose="020B0503020204020204" pitchFamily="34" charset="-122"/>
                <a:ea typeface="微软雅黑" panose="020B0503020204020204" pitchFamily="34" charset="-122"/>
              </a:rPr>
              <a:t>收到的</a:t>
            </a:r>
            <a:r>
              <a:rPr lang="en-US" altLang="zh-CN" dirty="0">
                <a:latin typeface="微软雅黑" panose="020B0503020204020204" pitchFamily="34" charset="-122"/>
                <a:ea typeface="微软雅黑" panose="020B0503020204020204" pitchFamily="34" charset="-122"/>
              </a:rPr>
              <a:t>prepare</a:t>
            </a:r>
            <a:r>
              <a:rPr lang="zh-CN" altLang="en-US" dirty="0">
                <a:latin typeface="微软雅黑" panose="020B0503020204020204" pitchFamily="34" charset="-122"/>
                <a:ea typeface="微软雅黑" panose="020B0503020204020204" pitchFamily="34" charset="-122"/>
              </a:rPr>
              <a:t>消息</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sentCommit</a:t>
            </a:r>
            <a:r>
              <a:rPr lang="en-US" altLang="zh-CN" dirty="0">
                <a:latin typeface="微软雅黑" panose="020B0503020204020204" pitchFamily="34" charset="-122"/>
                <a:ea typeface="微软雅黑" panose="020B0503020204020204" pitchFamily="34" charset="-122"/>
              </a:rPr>
              <a:t>  bool		  //</a:t>
            </a:r>
            <a:r>
              <a:rPr lang="zh-CN" altLang="en-US" dirty="0">
                <a:latin typeface="微软雅黑" panose="020B0503020204020204" pitchFamily="34" charset="-122"/>
                <a:ea typeface="微软雅黑" panose="020B0503020204020204" pitchFamily="34" charset="-122"/>
              </a:rPr>
              <a:t>是否已发送</a:t>
            </a:r>
            <a:r>
              <a:rPr lang="en-US" altLang="zh-CN" dirty="0">
                <a:latin typeface="微软雅黑" panose="020B0503020204020204" pitchFamily="34" charset="-122"/>
                <a:ea typeface="微软雅黑" panose="020B0503020204020204" pitchFamily="34" charset="-122"/>
              </a:rPr>
              <a:t>commit</a:t>
            </a:r>
            <a:r>
              <a:rPr lang="zh-CN" altLang="en-US" dirty="0">
                <a:latin typeface="微软雅黑" panose="020B0503020204020204" pitchFamily="34" charset="-122"/>
                <a:ea typeface="微软雅黑" panose="020B0503020204020204" pitchFamily="34" charset="-122"/>
              </a:rPr>
              <a:t>消息</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commit      []*Commit 	  //</a:t>
            </a:r>
            <a:r>
              <a:rPr lang="zh-CN" altLang="en-US" dirty="0">
                <a:latin typeface="微软雅黑" panose="020B0503020204020204" pitchFamily="34" charset="-122"/>
                <a:ea typeface="微软雅黑" panose="020B0503020204020204" pitchFamily="34" charset="-122"/>
              </a:rPr>
              <a:t>收到的</a:t>
            </a:r>
            <a:r>
              <a:rPr lang="en-US" altLang="zh-CN" dirty="0">
                <a:latin typeface="微软雅黑" panose="020B0503020204020204" pitchFamily="34" charset="-122"/>
                <a:ea typeface="微软雅黑" panose="020B0503020204020204" pitchFamily="34" charset="-122"/>
              </a:rPr>
              <a:t>commit</a:t>
            </a:r>
            <a:r>
              <a:rPr lang="zh-CN" altLang="en-US" dirty="0">
                <a:latin typeface="微软雅黑" panose="020B0503020204020204" pitchFamily="34" charset="-122"/>
                <a:ea typeface="微软雅黑" panose="020B0503020204020204" pitchFamily="34" charset="-122"/>
              </a:rPr>
              <a:t>消息</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2" name="AutoShape 3">
            <a:extLst>
              <a:ext uri="{FF2B5EF4-FFF2-40B4-BE49-F238E27FC236}">
                <a16:creationId xmlns:a16="http://schemas.microsoft.com/office/drawing/2014/main" id="{31D1DCC4-57F8-5183-8967-71863D2317E7}"/>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zh-CN" altLang="en-US" sz="2000" b="1" i="0" u="none" strike="noStrike" dirty="0">
                <a:solidFill>
                  <a:srgbClr val="1F2329"/>
                </a:solidFill>
              </a:rPr>
              <a:t>数据结构</a:t>
            </a:r>
            <a:endParaRPr lang="en-US" sz="1100" dirty="0"/>
          </a:p>
        </p:txBody>
      </p:sp>
    </p:spTree>
    <p:extLst>
      <p:ext uri="{BB962C8B-B14F-4D97-AF65-F5344CB8AC3E}">
        <p14:creationId xmlns:p14="http://schemas.microsoft.com/office/powerpoint/2010/main" val="4109915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FB1349E9-3A18-042A-7C14-74DAF60EB83D}"/>
              </a:ext>
            </a:extLst>
          </p:cNvPr>
          <p:cNvSpPr>
            <a:spLocks noChangeArrowheads="1"/>
          </p:cNvSpPr>
          <p:nvPr/>
        </p:nvSpPr>
        <p:spPr bwMode="auto">
          <a:xfrm>
            <a:off x="1327354" y="4227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3" name="图片 12">
            <a:extLst>
              <a:ext uri="{FF2B5EF4-FFF2-40B4-BE49-F238E27FC236}">
                <a16:creationId xmlns:a16="http://schemas.microsoft.com/office/drawing/2014/main" id="{C6C1888F-F39D-8DD5-6B52-8E63FA444F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554" y="1369057"/>
            <a:ext cx="9370141" cy="4267673"/>
          </a:xfrm>
          <a:prstGeom prst="rect">
            <a:avLst/>
          </a:prstGeom>
        </p:spPr>
      </p:pic>
      <p:sp>
        <p:nvSpPr>
          <p:cNvPr id="2" name="AutoShape 3">
            <a:extLst>
              <a:ext uri="{FF2B5EF4-FFF2-40B4-BE49-F238E27FC236}">
                <a16:creationId xmlns:a16="http://schemas.microsoft.com/office/drawing/2014/main" id="{C58531BC-1709-07F2-FF32-5EC553516E84}"/>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en-US" altLang="zh-CN" sz="2000" b="1" dirty="0">
                <a:solidFill>
                  <a:srgbClr val="1F2329"/>
                </a:solidFill>
              </a:rPr>
              <a:t>PBFT</a:t>
            </a:r>
            <a:r>
              <a:rPr lang="zh-CN" altLang="en-US" sz="2000" b="1" dirty="0">
                <a:solidFill>
                  <a:srgbClr val="1F2329"/>
                </a:solidFill>
              </a:rPr>
              <a:t>共识</a:t>
            </a:r>
            <a:endParaRPr lang="en-US" sz="1100" dirty="0"/>
          </a:p>
        </p:txBody>
      </p:sp>
      <p:sp>
        <p:nvSpPr>
          <p:cNvPr id="3" name="文本框 2">
            <a:extLst>
              <a:ext uri="{FF2B5EF4-FFF2-40B4-BE49-F238E27FC236}">
                <a16:creationId xmlns:a16="http://schemas.microsoft.com/office/drawing/2014/main" id="{85331D93-57D3-8BEE-5D41-6D5EF1AC2248}"/>
              </a:ext>
            </a:extLst>
          </p:cNvPr>
          <p:cNvSpPr txBox="1"/>
          <p:nvPr/>
        </p:nvSpPr>
        <p:spPr>
          <a:xfrm>
            <a:off x="1307688" y="5641438"/>
            <a:ext cx="8799872" cy="523220"/>
          </a:xfrm>
          <a:prstGeom prst="rect">
            <a:avLst/>
          </a:prstGeom>
          <a:noFill/>
        </p:spPr>
        <p:txBody>
          <a:bodyPr wrap="square" rtlCol="0">
            <a:spAutoFit/>
          </a:bodyPr>
          <a:lstStyle/>
          <a:p>
            <a:r>
              <a:rPr lang="en-US" altLang="zh-CN" dirty="0">
                <a:hlinkClick r:id="rId3"/>
              </a:rPr>
              <a:t>http://pmg.csail.mit.edu/papers/osdi99.pdf</a:t>
            </a:r>
            <a:r>
              <a:rPr lang="en-US" altLang="zh-CN" dirty="0"/>
              <a:t> </a:t>
            </a:r>
            <a:r>
              <a:rPr lang="zh-CN" altLang="en-US" dirty="0"/>
              <a:t>论文</a:t>
            </a:r>
            <a:endParaRPr lang="en-US" altLang="zh-CN" dirty="0"/>
          </a:p>
          <a:p>
            <a:r>
              <a:rPr lang="en-US" altLang="zh-CN" dirty="0">
                <a:hlinkClick r:id="rId4"/>
              </a:rPr>
              <a:t>https://cvbwg3jthpd.feishu.cn/wiki/BLSXwQLjciGjzPkj3BlcJ2Z5nAd</a:t>
            </a:r>
            <a:r>
              <a:rPr lang="en-US" altLang="zh-CN" dirty="0"/>
              <a:t> </a:t>
            </a:r>
            <a:r>
              <a:rPr lang="zh-CN" altLang="en-US" dirty="0"/>
              <a:t>解析</a:t>
            </a:r>
          </a:p>
        </p:txBody>
      </p:sp>
    </p:spTree>
    <p:extLst>
      <p:ext uri="{BB962C8B-B14F-4D97-AF65-F5344CB8AC3E}">
        <p14:creationId xmlns:p14="http://schemas.microsoft.com/office/powerpoint/2010/main" val="1675668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1927140-8339-3F40-A3ED-8730B796A207}"/>
              </a:ext>
            </a:extLst>
          </p:cNvPr>
          <p:cNvSpPr txBox="1"/>
          <p:nvPr/>
        </p:nvSpPr>
        <p:spPr>
          <a:xfrm>
            <a:off x="791496" y="3843354"/>
            <a:ext cx="10609008" cy="2449517"/>
          </a:xfrm>
          <a:prstGeom prst="rect">
            <a:avLst/>
          </a:prstGeom>
          <a:noFill/>
        </p:spPr>
        <p:txBody>
          <a:bodyPr wrap="square" rtlCol="0">
            <a:spAutoFit/>
          </a:bodyPr>
          <a:lstStyle/>
          <a:p>
            <a:pPr>
              <a:lnSpc>
                <a:spcPct val="150000"/>
              </a:lnSpc>
            </a:pPr>
            <a:r>
              <a:rPr lang="zh-CN" altLang="en-US" sz="1800" b="1" dirty="0">
                <a:latin typeface="微软雅黑" panose="020B0503020204020204" pitchFamily="34" charset="-122"/>
                <a:ea typeface="微软雅黑" panose="020B0503020204020204" pitchFamily="34" charset="-122"/>
              </a:rPr>
              <a:t>主节点作恶：</a:t>
            </a:r>
            <a:endParaRPr lang="en-US" altLang="zh-CN" sz="1800" b="1" dirty="0">
              <a:latin typeface="微软雅黑" panose="020B0503020204020204" pitchFamily="34" charset="-122"/>
              <a:ea typeface="微软雅黑" panose="020B0503020204020204" pitchFamily="34" charset="-122"/>
            </a:endParaRPr>
          </a:p>
          <a:p>
            <a:pPr>
              <a:lnSpc>
                <a:spcPct val="150000"/>
              </a:lnSpc>
            </a:pPr>
            <a:r>
              <a:rPr lang="en-US" altLang="zh-CN" sz="1800" b="1"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sz="1600" b="1" dirty="0">
                <a:effectLst/>
                <a:latin typeface="微软雅黑" panose="020B0503020204020204" pitchFamily="34" charset="-122"/>
                <a:ea typeface="微软雅黑" panose="020B0503020204020204" pitchFamily="34" charset="-122"/>
                <a:cs typeface="宋体" panose="02010600030101010101" pitchFamily="2" charset="-122"/>
              </a:rPr>
              <a:t>主节点最先收到用户请求，拥有提出区块的权力，可在图中标注处时间节点随意调整请求顺序后提出区块</a:t>
            </a:r>
            <a:r>
              <a:rPr lang="zh-CN" altLang="en-US" sz="1600" b="1" dirty="0">
                <a:effectLst/>
                <a:latin typeface="微软雅黑" panose="020B0503020204020204" pitchFamily="34" charset="-122"/>
                <a:ea typeface="微软雅黑" panose="020B0503020204020204" pitchFamily="34" charset="-122"/>
                <a:cs typeface="宋体" panose="02010600030101010101" pitchFamily="2" charset="-122"/>
              </a:rPr>
              <a:t>。</a:t>
            </a:r>
            <a:endParaRPr lang="en-US" altLang="zh-CN" sz="1600" b="1" dirty="0">
              <a:effectLst/>
              <a:latin typeface="微软雅黑" panose="020B0503020204020204" pitchFamily="34" charset="-122"/>
              <a:ea typeface="微软雅黑" panose="020B0503020204020204" pitchFamily="34" charset="-122"/>
              <a:cs typeface="宋体" panose="02010600030101010101" pitchFamily="2" charset="-122"/>
            </a:endParaRPr>
          </a:p>
          <a:p>
            <a:pPr>
              <a:lnSpc>
                <a:spcPct val="150000"/>
              </a:lnSpc>
            </a:pPr>
            <a:endParaRPr lang="en-US" altLang="zh-CN" sz="1600" b="1" dirty="0">
              <a:latin typeface="微软雅黑" panose="020B0503020204020204" pitchFamily="34" charset="-122"/>
              <a:ea typeface="微软雅黑" panose="020B0503020204020204" pitchFamily="34" charset="-122"/>
            </a:endParaRPr>
          </a:p>
          <a:p>
            <a:pPr>
              <a:lnSpc>
                <a:spcPct val="150000"/>
              </a:lnSpc>
            </a:pPr>
            <a:r>
              <a:rPr lang="zh-CN" altLang="en-US" sz="1800" b="1" dirty="0">
                <a:latin typeface="微软雅黑" panose="020B0503020204020204" pitchFamily="34" charset="-122"/>
                <a:ea typeface="微软雅黑" panose="020B0503020204020204" pitchFamily="34" charset="-122"/>
              </a:rPr>
              <a:t>副本节点作恶：</a:t>
            </a:r>
            <a:endParaRPr lang="en-US" altLang="zh-CN" sz="1800" b="1" dirty="0">
              <a:latin typeface="微软雅黑" panose="020B0503020204020204" pitchFamily="34" charset="-122"/>
              <a:ea typeface="微软雅黑" panose="020B0503020204020204" pitchFamily="34" charset="-122"/>
            </a:endParaRPr>
          </a:p>
          <a:p>
            <a:pPr>
              <a:lnSpc>
                <a:spcPct val="150000"/>
              </a:lnSpc>
            </a:pPr>
            <a:r>
              <a:rPr lang="en-US" altLang="zh-CN" sz="1800" b="1"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sz="1600" b="1" dirty="0">
                <a:effectLst/>
                <a:latin typeface="微软雅黑" panose="020B0503020204020204" pitchFamily="34" charset="-122"/>
                <a:ea typeface="微软雅黑" panose="020B0503020204020204" pitchFamily="34" charset="-122"/>
                <a:cs typeface="宋体" panose="02010600030101010101" pitchFamily="2" charset="-122"/>
              </a:rPr>
              <a:t>副本节点也可以对域名注册进行恶意竞争，在</a:t>
            </a:r>
            <a:r>
              <a:rPr lang="zh-CN" altLang="en-US" sz="1600" b="1" dirty="0">
                <a:effectLst/>
                <a:latin typeface="微软雅黑" panose="020B0503020204020204" pitchFamily="34" charset="-122"/>
                <a:ea typeface="微软雅黑" panose="020B0503020204020204" pitchFamily="34" charset="-122"/>
                <a:cs typeface="宋体" panose="02010600030101010101" pitchFamily="2" charset="-122"/>
              </a:rPr>
              <a:t>客户端</a:t>
            </a:r>
            <a:r>
              <a:rPr lang="zh-CN" altLang="zh-CN" sz="1600" b="1" dirty="0">
                <a:effectLst/>
                <a:latin typeface="微软雅黑" panose="020B0503020204020204" pitchFamily="34" charset="-122"/>
                <a:ea typeface="微软雅黑" panose="020B0503020204020204" pitchFamily="34" charset="-122"/>
                <a:cs typeface="宋体" panose="02010600030101010101" pitchFamily="2" charset="-122"/>
              </a:rPr>
              <a:t>广播域名注册消息后，主节点提出区块之前，恶意副本节点可以生成注册消息进行竞争，争取抢先传播到主节点。</a:t>
            </a:r>
            <a:endParaRPr lang="zh-CN" altLang="en-US" sz="1600" b="1" dirty="0">
              <a:latin typeface="微软雅黑" panose="020B0503020204020204" pitchFamily="34" charset="-122"/>
              <a:ea typeface="微软雅黑" panose="020B0503020204020204" pitchFamily="34" charset="-122"/>
            </a:endParaRPr>
          </a:p>
        </p:txBody>
      </p:sp>
      <p:pic>
        <p:nvPicPr>
          <p:cNvPr id="7" name="Picture 69" descr="descript">
            <a:extLst>
              <a:ext uri="{FF2B5EF4-FFF2-40B4-BE49-F238E27FC236}">
                <a16:creationId xmlns:a16="http://schemas.microsoft.com/office/drawing/2014/main" id="{17F1D1E5-7BEA-3732-F692-77791458E9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91663" y="565129"/>
            <a:ext cx="6803176" cy="2982595"/>
          </a:xfrm>
          <a:prstGeom prst="rect">
            <a:avLst/>
          </a:prstGeom>
          <a:noFill/>
          <a:ln>
            <a:noFill/>
          </a:ln>
        </p:spPr>
      </p:pic>
      <p:sp>
        <p:nvSpPr>
          <p:cNvPr id="2" name="AutoShape 3">
            <a:extLst>
              <a:ext uri="{FF2B5EF4-FFF2-40B4-BE49-F238E27FC236}">
                <a16:creationId xmlns:a16="http://schemas.microsoft.com/office/drawing/2014/main" id="{2F81A475-F980-A742-B55B-F973BBA25EAE}"/>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zh-CN" altLang="en-US" sz="2000" b="1" i="0" u="none" strike="noStrike" dirty="0">
                <a:solidFill>
                  <a:srgbClr val="1F2329"/>
                </a:solidFill>
              </a:rPr>
              <a:t>攻击</a:t>
            </a:r>
            <a:endParaRPr lang="en-US" sz="1100" dirty="0"/>
          </a:p>
        </p:txBody>
      </p:sp>
    </p:spTree>
    <p:extLst>
      <p:ext uri="{BB962C8B-B14F-4D97-AF65-F5344CB8AC3E}">
        <p14:creationId xmlns:p14="http://schemas.microsoft.com/office/powerpoint/2010/main" val="2758704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2C49A-3B10-7596-C1A5-7764DD5727FE}"/>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75DDD910-2C60-4C87-027B-F7CE344740AF}"/>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zh-CN" altLang="en-US" sz="2000" b="1" i="0" u="none" strike="noStrike" dirty="0">
                <a:solidFill>
                  <a:srgbClr val="1F2329"/>
                </a:solidFill>
              </a:rPr>
              <a:t>攻击</a:t>
            </a:r>
            <a:endParaRPr lang="en-US" sz="1100" dirty="0"/>
          </a:p>
        </p:txBody>
      </p:sp>
      <p:sp>
        <p:nvSpPr>
          <p:cNvPr id="3" name="文本框 2">
            <a:extLst>
              <a:ext uri="{FF2B5EF4-FFF2-40B4-BE49-F238E27FC236}">
                <a16:creationId xmlns:a16="http://schemas.microsoft.com/office/drawing/2014/main" id="{613FFD0F-D176-FC10-F59F-14B4E0F3296F}"/>
              </a:ext>
            </a:extLst>
          </p:cNvPr>
          <p:cNvSpPr txBox="1"/>
          <p:nvPr/>
        </p:nvSpPr>
        <p:spPr>
          <a:xfrm>
            <a:off x="370318" y="1164149"/>
            <a:ext cx="11749549" cy="4850174"/>
          </a:xfrm>
          <a:prstGeom prst="rect">
            <a:avLst/>
          </a:prstGeom>
          <a:noFill/>
        </p:spPr>
        <p:txBody>
          <a:bodyPr wrap="square" rtlCol="0">
            <a:spAutoFit/>
          </a:bodyPr>
          <a:lstStyle/>
          <a:p>
            <a:pPr>
              <a:lnSpc>
                <a:spcPct val="150000"/>
              </a:lnSpc>
            </a:pPr>
            <a:r>
              <a:rPr lang="zh-CN" altLang="en-US" sz="1800" b="1" dirty="0">
                <a:latin typeface="微软雅黑" panose="020B0503020204020204" pitchFamily="34" charset="-122"/>
                <a:ea typeface="微软雅黑" panose="020B0503020204020204" pitchFamily="34" charset="-122"/>
              </a:rPr>
              <a:t>主节点攻击</a:t>
            </a:r>
            <a:r>
              <a:rPr lang="en-US" altLang="zh-CN" sz="1800" b="1" dirty="0">
                <a:latin typeface="微软雅黑" panose="020B0503020204020204" pitchFamily="34" charset="-122"/>
                <a:ea typeface="微软雅黑" panose="020B0503020204020204" pitchFamily="34" charset="-122"/>
              </a:rPr>
              <a:t>(</a:t>
            </a:r>
            <a:r>
              <a:rPr lang="en-US" altLang="zh-CN" sz="1800" b="1" dirty="0">
                <a:solidFill>
                  <a:schemeClr val="accent1"/>
                </a:solidFill>
                <a:latin typeface="微软雅黑" panose="020B0503020204020204" pitchFamily="34" charset="-122"/>
                <a:ea typeface="微软雅黑" panose="020B0503020204020204" pitchFamily="34" charset="-122"/>
              </a:rPr>
              <a:t>v0.6-primarybz-nopow</a:t>
            </a:r>
            <a:r>
              <a:rPr lang="en-US" altLang="zh-CN" sz="1800" b="1" dirty="0">
                <a:latin typeface="微软雅黑" panose="020B0503020204020204" pitchFamily="34" charset="-122"/>
                <a:ea typeface="微软雅黑" panose="020B0503020204020204" pitchFamily="34" charset="-122"/>
              </a:rPr>
              <a:t>)</a:t>
            </a:r>
          </a:p>
          <a:p>
            <a:pPr marL="342900" indent="-342900">
              <a:lnSpc>
                <a:spcPct val="150000"/>
              </a:lnSpc>
              <a:buAutoNum type="arabicPeriod"/>
            </a:pPr>
            <a:r>
              <a:rPr lang="zh-CN" altLang="en-US" sz="1600" b="1" dirty="0">
                <a:latin typeface="微软雅黑" panose="020B0503020204020204" pitchFamily="34" charset="-122"/>
                <a:ea typeface="微软雅黑" panose="020B0503020204020204" pitchFamily="34" charset="-122"/>
              </a:rPr>
              <a:t>直接收到客户端单播的交易 </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2"/>
                </a:solidFill>
                <a:latin typeface="微软雅黑" panose="020B0503020204020204" pitchFamily="34" charset="-122"/>
                <a:ea typeface="微软雅黑" panose="020B0503020204020204" pitchFamily="34" charset="-122"/>
              </a:rPr>
              <a:t>Message_CHAIN_TRANSACTION</a:t>
            </a:r>
            <a:r>
              <a:rPr lang="en-US" altLang="zh-CN" sz="1600" b="1" dirty="0">
                <a:latin typeface="微软雅黑" panose="020B0503020204020204" pitchFamily="34" charset="-122"/>
                <a:ea typeface="微软雅黑" panose="020B0503020204020204" pitchFamily="34" charset="-122"/>
              </a:rPr>
              <a:t>)</a:t>
            </a:r>
          </a:p>
          <a:p>
            <a:pPr lvl="1">
              <a:lnSpc>
                <a:spcPct val="150000"/>
              </a:lnSpc>
            </a:pPr>
            <a:r>
              <a:rPr lang="en-US" altLang="zh-CN" sz="1600" b="1" dirty="0">
                <a:latin typeface="微软雅黑" panose="020B0503020204020204" pitchFamily="34" charset="-122"/>
                <a:ea typeface="微软雅黑" panose="020B0503020204020204" pitchFamily="34" charset="-122"/>
              </a:rPr>
              <a:t>        a.</a:t>
            </a:r>
            <a:r>
              <a:rPr lang="zh-CN" altLang="en-US" sz="1600" b="1" dirty="0">
                <a:latin typeface="微软雅黑" panose="020B0503020204020204" pitchFamily="34" charset="-122"/>
                <a:ea typeface="微软雅黑" panose="020B0503020204020204" pitchFamily="34" charset="-122"/>
              </a:rPr>
              <a:t> 暂存交易到</a:t>
            </a:r>
            <a:r>
              <a:rPr lang="en-US" altLang="zh-CN" sz="1600" b="1" dirty="0" err="1">
                <a:latin typeface="微软雅黑" panose="020B0503020204020204" pitchFamily="34" charset="-122"/>
                <a:ea typeface="微软雅黑" panose="020B0503020204020204" pitchFamily="34" charset="-122"/>
              </a:rPr>
              <a:t>bzrequestStore</a:t>
            </a:r>
            <a:r>
              <a:rPr lang="en-US" altLang="zh-CN" sz="1600" b="1" dirty="0">
                <a:latin typeface="微软雅黑" panose="020B0503020204020204" pitchFamily="34" charset="-122"/>
                <a:ea typeface="微软雅黑" panose="020B0503020204020204" pitchFamily="34" charset="-122"/>
              </a:rPr>
              <a:t> (</a:t>
            </a:r>
            <a:r>
              <a:rPr lang="en-US" altLang="zh-CN" sz="1600" b="1" dirty="0" err="1">
                <a:solidFill>
                  <a:schemeClr val="accent1"/>
                </a:solidFill>
                <a:latin typeface="微软雅黑" panose="020B0503020204020204" pitchFamily="34" charset="-122"/>
                <a:ea typeface="微软雅黑" panose="020B0503020204020204" pitchFamily="34" charset="-122"/>
              </a:rPr>
              <a:t>requeststore.go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bzrequestStore</a:t>
            </a:r>
            <a:r>
              <a:rPr lang="en-US" altLang="zh-CN" sz="1600" b="1" dirty="0">
                <a:latin typeface="微软雅黑" panose="020B0503020204020204" pitchFamily="34" charset="-122"/>
                <a:ea typeface="微软雅黑" panose="020B0503020204020204" pitchFamily="34" charset="-122"/>
              </a:rPr>
              <a:t>)</a:t>
            </a:r>
          </a:p>
          <a:p>
            <a:pPr lvl="1">
              <a:lnSpc>
                <a:spcPct val="150000"/>
              </a:lnSpc>
            </a:pPr>
            <a:r>
              <a:rPr lang="en-US" altLang="zh-CN" sz="1600" b="1" dirty="0">
                <a:latin typeface="微软雅黑" panose="020B0503020204020204" pitchFamily="34" charset="-122"/>
                <a:ea typeface="微软雅黑" panose="020B0503020204020204" pitchFamily="34" charset="-122"/>
              </a:rPr>
              <a:t>        b.</a:t>
            </a:r>
            <a:r>
              <a:rPr lang="zh-CN" altLang="en-US" sz="1600" b="1" dirty="0">
                <a:latin typeface="微软雅黑" panose="020B0503020204020204" pitchFamily="34" charset="-122"/>
                <a:ea typeface="微软雅黑" panose="020B0503020204020204" pitchFamily="34" charset="-122"/>
              </a:rPr>
              <a:t> 构造抢注交易并发送 </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makeTxNoPow</a:t>
            </a:r>
            <a:r>
              <a:rPr lang="en-US" altLang="zh-CN" sz="1600" b="1" dirty="0">
                <a:latin typeface="微软雅黑" panose="020B0503020204020204" pitchFamily="34" charset="-122"/>
                <a:ea typeface="微软雅黑" panose="020B0503020204020204" pitchFamily="34" charset="-122"/>
              </a:rPr>
              <a:t>)</a:t>
            </a:r>
          </a:p>
          <a:p>
            <a:pPr lvl="1">
              <a:lnSpc>
                <a:spcPct val="150000"/>
              </a:lnSpc>
            </a:pPr>
            <a:r>
              <a:rPr lang="en-US" altLang="zh-CN" sz="1600" b="1" dirty="0">
                <a:latin typeface="微软雅黑" panose="020B0503020204020204" pitchFamily="34" charset="-122"/>
                <a:ea typeface="微软雅黑" panose="020B0503020204020204" pitchFamily="34" charset="-122"/>
              </a:rPr>
              <a:t>        c.</a:t>
            </a:r>
            <a:r>
              <a:rPr lang="zh-CN" altLang="en-US" sz="1600" b="1" dirty="0">
                <a:latin typeface="微软雅黑" panose="020B0503020204020204" pitchFamily="34" charset="-122"/>
                <a:ea typeface="微软雅黑" panose="020B0503020204020204" pitchFamily="34" charset="-122"/>
              </a:rPr>
              <a:t> 收到自身抢注交易，先广播并放入</a:t>
            </a:r>
            <a:r>
              <a:rPr lang="en-US" altLang="zh-CN" sz="1600" b="1" dirty="0">
                <a:latin typeface="微软雅黑" panose="020B0503020204020204" pitchFamily="34" charset="-122"/>
                <a:ea typeface="微软雅黑" panose="020B0503020204020204" pitchFamily="34" charset="-122"/>
              </a:rPr>
              <a:t>batch</a:t>
            </a:r>
            <a:r>
              <a:rPr lang="zh-CN" altLang="en-US" sz="1600" b="1" dirty="0">
                <a:latin typeface="微软雅黑" panose="020B0503020204020204" pitchFamily="34" charset="-122"/>
                <a:ea typeface="微软雅黑" panose="020B0503020204020204" pitchFamily="34" charset="-122"/>
              </a:rPr>
              <a:t>，再取出</a:t>
            </a:r>
            <a:r>
              <a:rPr lang="en-US" altLang="zh-CN" sz="1600" b="1" dirty="0" err="1">
                <a:latin typeface="微软雅黑" panose="020B0503020204020204" pitchFamily="34" charset="-122"/>
                <a:ea typeface="微软雅黑" panose="020B0503020204020204" pitchFamily="34" charset="-122"/>
              </a:rPr>
              <a:t>bzrequestStore</a:t>
            </a:r>
            <a:r>
              <a:rPr lang="zh-CN" altLang="en-US" sz="1600" b="1" dirty="0">
                <a:latin typeface="微软雅黑" panose="020B0503020204020204" pitchFamily="34" charset="-122"/>
                <a:ea typeface="微软雅黑" panose="020B0503020204020204" pitchFamily="34" charset="-122"/>
              </a:rPr>
              <a:t>中的原交易广播并放入</a:t>
            </a:r>
            <a:r>
              <a:rPr lang="en-US" altLang="zh-CN" sz="1600" b="1" dirty="0">
                <a:latin typeface="微软雅黑" panose="020B0503020204020204" pitchFamily="34" charset="-122"/>
                <a:ea typeface="微软雅黑" panose="020B0503020204020204" pitchFamily="34" charset="-122"/>
              </a:rPr>
              <a:t>batch</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 </a:t>
            </a:r>
            <a:r>
              <a:rPr lang="en-US" altLang="zh-CN" sz="1600" b="1" dirty="0" err="1">
                <a:solidFill>
                  <a:schemeClr val="accent1"/>
                </a:solidFill>
                <a:latin typeface="微软雅黑" panose="020B0503020204020204" pitchFamily="34" charset="-122"/>
                <a:ea typeface="微软雅黑" panose="020B0503020204020204" pitchFamily="34" charset="-122"/>
              </a:rPr>
              <a:t>bzLeaderProcNVPReq</a:t>
            </a:r>
            <a:r>
              <a:rPr lang="en-US" altLang="zh-CN" sz="1600" b="1" dirty="0">
                <a:latin typeface="微软雅黑" panose="020B0503020204020204" pitchFamily="34" charset="-122"/>
                <a:ea typeface="微软雅黑" panose="020B0503020204020204" pitchFamily="34" charset="-122"/>
              </a:rPr>
              <a:t>)</a:t>
            </a:r>
          </a:p>
          <a:p>
            <a:pPr lvl="1">
              <a:lnSpc>
                <a:spcPct val="150000"/>
              </a:lnSpc>
            </a:pPr>
            <a:r>
              <a:rPr lang="en-US" altLang="zh-CN" sz="1600" b="1" dirty="0">
                <a:latin typeface="微软雅黑" panose="020B0503020204020204" pitchFamily="34" charset="-122"/>
                <a:ea typeface="微软雅黑" panose="020B0503020204020204" pitchFamily="34" charset="-122"/>
              </a:rPr>
              <a:t>        d. </a:t>
            </a:r>
            <a:r>
              <a:rPr lang="zh-CN" altLang="en-US" sz="1600" b="1" dirty="0">
                <a:latin typeface="微软雅黑" panose="020B0503020204020204" pitchFamily="34" charset="-122"/>
                <a:ea typeface="微软雅黑" panose="020B0503020204020204" pitchFamily="34" charset="-122"/>
              </a:rPr>
              <a:t>由于抢注交易再原交易前，先被链码执行，实现抢注</a:t>
            </a:r>
            <a:endParaRPr lang="en-US" altLang="zh-CN" sz="1600" b="1" dirty="0">
              <a:latin typeface="微软雅黑" panose="020B0503020204020204" pitchFamily="34" charset="-122"/>
              <a:ea typeface="微软雅黑" panose="020B0503020204020204" pitchFamily="34" charset="-122"/>
            </a:endParaRPr>
          </a:p>
          <a:p>
            <a:pPr marL="342900" lvl="1" indent="-342900">
              <a:lnSpc>
                <a:spcPct val="150000"/>
              </a:lnSpc>
              <a:buAutoNum type="arabicPeriod" startAt="2"/>
            </a:pPr>
            <a:r>
              <a:rPr lang="zh-CN" altLang="en-US" sz="1600" b="1" dirty="0">
                <a:latin typeface="微软雅黑" panose="020B0503020204020204" pitchFamily="34" charset="-122"/>
                <a:ea typeface="微软雅黑" panose="020B0503020204020204" pitchFamily="34" charset="-122"/>
              </a:rPr>
              <a:t>间接收到非主节点广播来的交易 </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2"/>
                </a:solidFill>
                <a:latin typeface="微软雅黑" panose="020B0503020204020204" pitchFamily="34" charset="-122"/>
                <a:ea typeface="微软雅黑" panose="020B0503020204020204" pitchFamily="34" charset="-122"/>
              </a:rPr>
              <a:t>Message_CONSENSUS</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bzleaderProcCNSReq</a:t>
            </a:r>
            <a:r>
              <a:rPr lang="zh-CN" altLang="en-US"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lvl="1">
              <a:lnSpc>
                <a:spcPct val="150000"/>
              </a:lnSpc>
            </a:pPr>
            <a:r>
              <a:rPr lang="en-US" altLang="zh-CN" sz="1600" b="1" dirty="0">
                <a:latin typeface="微软雅黑" panose="020B0503020204020204" pitchFamily="34" charset="-122"/>
                <a:ea typeface="微软雅黑" panose="020B0503020204020204" pitchFamily="34" charset="-122"/>
              </a:rPr>
              <a:t>        a.</a:t>
            </a:r>
            <a:r>
              <a:rPr lang="zh-CN" altLang="en-US" sz="1600" b="1" dirty="0">
                <a:latin typeface="微软雅黑" panose="020B0503020204020204" pitchFamily="34" charset="-122"/>
                <a:ea typeface="微软雅黑" panose="020B0503020204020204" pitchFamily="34" charset="-122"/>
              </a:rPr>
              <a:t> 暂存交易到</a:t>
            </a:r>
            <a:r>
              <a:rPr lang="en-US" altLang="zh-CN" sz="1600" b="1" dirty="0" err="1">
                <a:latin typeface="微软雅黑" panose="020B0503020204020204" pitchFamily="34" charset="-122"/>
                <a:ea typeface="微软雅黑" panose="020B0503020204020204" pitchFamily="34" charset="-122"/>
              </a:rPr>
              <a:t>bzrequestStore</a:t>
            </a:r>
            <a:r>
              <a:rPr lang="en-US" altLang="zh-CN" sz="1600" b="1" dirty="0">
                <a:latin typeface="微软雅黑" panose="020B0503020204020204" pitchFamily="34" charset="-122"/>
                <a:ea typeface="微软雅黑" panose="020B0503020204020204" pitchFamily="34" charset="-122"/>
              </a:rPr>
              <a:t> (</a:t>
            </a:r>
            <a:r>
              <a:rPr lang="en-US" altLang="zh-CN" sz="1600" b="1" dirty="0" err="1">
                <a:solidFill>
                  <a:schemeClr val="accent1"/>
                </a:solidFill>
                <a:latin typeface="微软雅黑" panose="020B0503020204020204" pitchFamily="34" charset="-122"/>
                <a:ea typeface="微软雅黑" panose="020B0503020204020204" pitchFamily="34" charset="-122"/>
              </a:rPr>
              <a:t>requeststore.go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bzrequestStore</a:t>
            </a:r>
            <a:r>
              <a:rPr lang="en-US" altLang="zh-CN" sz="1600" b="1" dirty="0">
                <a:latin typeface="微软雅黑" panose="020B0503020204020204" pitchFamily="34" charset="-122"/>
                <a:ea typeface="微软雅黑" panose="020B0503020204020204" pitchFamily="34" charset="-122"/>
              </a:rPr>
              <a:t>)</a:t>
            </a:r>
          </a:p>
          <a:p>
            <a:pPr lvl="1">
              <a:lnSpc>
                <a:spcPct val="150000"/>
              </a:lnSpc>
            </a:pPr>
            <a:r>
              <a:rPr lang="en-US" altLang="zh-CN" sz="1600" b="1" dirty="0">
                <a:latin typeface="微软雅黑" panose="020B0503020204020204" pitchFamily="34" charset="-122"/>
                <a:ea typeface="微软雅黑" panose="020B0503020204020204" pitchFamily="34" charset="-122"/>
              </a:rPr>
              <a:t>        b. </a:t>
            </a:r>
            <a:r>
              <a:rPr lang="zh-CN" altLang="en-US" sz="1600" b="1" dirty="0">
                <a:latin typeface="微软雅黑" panose="020B0503020204020204" pitchFamily="34" charset="-122"/>
                <a:ea typeface="微软雅黑" panose="020B0503020204020204" pitchFamily="34" charset="-122"/>
              </a:rPr>
              <a:t>构造抢注交易并发送 </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makeTxNoPow</a:t>
            </a:r>
            <a:r>
              <a:rPr lang="en-US" altLang="zh-CN" sz="1600" b="1" dirty="0">
                <a:latin typeface="微软雅黑" panose="020B0503020204020204" pitchFamily="34" charset="-122"/>
                <a:ea typeface="微软雅黑" panose="020B0503020204020204" pitchFamily="34" charset="-122"/>
              </a:rPr>
              <a:t>)</a:t>
            </a:r>
          </a:p>
          <a:p>
            <a:pPr lvl="1">
              <a:lnSpc>
                <a:spcPct val="150000"/>
              </a:lnSpc>
            </a:pPr>
            <a:r>
              <a:rPr lang="en-US" altLang="zh-CN" sz="1600" b="1" dirty="0">
                <a:latin typeface="微软雅黑" panose="020B0503020204020204" pitchFamily="34" charset="-122"/>
                <a:ea typeface="微软雅黑" panose="020B0503020204020204" pitchFamily="34" charset="-122"/>
              </a:rPr>
              <a:t>        c. </a:t>
            </a:r>
            <a:r>
              <a:rPr lang="zh-CN" altLang="en-US" sz="1600" b="1" dirty="0">
                <a:latin typeface="微软雅黑" panose="020B0503020204020204" pitchFamily="34" charset="-122"/>
                <a:ea typeface="微软雅黑" panose="020B0503020204020204" pitchFamily="34" charset="-122"/>
              </a:rPr>
              <a:t>回到</a:t>
            </a:r>
            <a:r>
              <a:rPr lang="en-US" altLang="zh-CN" sz="1600" b="1" dirty="0">
                <a:latin typeface="微软雅黑" panose="020B0503020204020204" pitchFamily="34" charset="-122"/>
                <a:ea typeface="微软雅黑" panose="020B0503020204020204" pitchFamily="34" charset="-122"/>
              </a:rPr>
              <a:t>1.c</a:t>
            </a:r>
          </a:p>
          <a:p>
            <a:pPr lvl="1">
              <a:lnSpc>
                <a:spcPct val="150000"/>
              </a:lnSpc>
            </a:pPr>
            <a:endParaRPr lang="en-US" altLang="zh-CN" sz="1600" b="1" dirty="0">
              <a:latin typeface="微软雅黑" panose="020B0503020204020204" pitchFamily="34" charset="-122"/>
              <a:ea typeface="微软雅黑" panose="020B0503020204020204" pitchFamily="34" charset="-122"/>
            </a:endParaRPr>
          </a:p>
          <a:p>
            <a:pPr lvl="1">
              <a:lnSpc>
                <a:spcPct val="150000"/>
              </a:lnSpc>
            </a:pPr>
            <a:endParaRPr lang="en-US" altLang="zh-CN"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02827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23B13-D9A9-E5F9-095B-1ACAC6C525D4}"/>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E8022957-EA25-7DC4-F2D7-801B7DA9F70F}"/>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zh-CN" altLang="en-US" sz="2000" b="1" i="0" u="none" strike="noStrike" dirty="0">
                <a:solidFill>
                  <a:srgbClr val="1F2329"/>
                </a:solidFill>
              </a:rPr>
              <a:t>攻击</a:t>
            </a:r>
            <a:endParaRPr lang="en-US" sz="1100" dirty="0"/>
          </a:p>
        </p:txBody>
      </p:sp>
      <p:sp>
        <p:nvSpPr>
          <p:cNvPr id="3" name="文本框 2">
            <a:extLst>
              <a:ext uri="{FF2B5EF4-FFF2-40B4-BE49-F238E27FC236}">
                <a16:creationId xmlns:a16="http://schemas.microsoft.com/office/drawing/2014/main" id="{971433E8-19E0-EFF4-B77F-E5B347D55D27}"/>
              </a:ext>
            </a:extLst>
          </p:cNvPr>
          <p:cNvSpPr txBox="1"/>
          <p:nvPr/>
        </p:nvSpPr>
        <p:spPr>
          <a:xfrm>
            <a:off x="370318" y="1164149"/>
            <a:ext cx="11749549" cy="4157677"/>
          </a:xfrm>
          <a:prstGeom prst="rect">
            <a:avLst/>
          </a:prstGeom>
          <a:noFill/>
        </p:spPr>
        <p:txBody>
          <a:bodyPr wrap="square" rtlCol="0">
            <a:spAutoFit/>
          </a:bodyPr>
          <a:lstStyle/>
          <a:p>
            <a:pPr>
              <a:lnSpc>
                <a:spcPct val="150000"/>
              </a:lnSpc>
            </a:pPr>
            <a:r>
              <a:rPr lang="zh-CN" altLang="en-US" sz="1800" b="1" dirty="0">
                <a:latin typeface="微软雅黑" panose="020B0503020204020204" pitchFamily="34" charset="-122"/>
                <a:ea typeface="微软雅黑" panose="020B0503020204020204" pitchFamily="34" charset="-122"/>
              </a:rPr>
              <a:t>副本节点攻击</a:t>
            </a:r>
            <a:r>
              <a:rPr lang="en-US" altLang="zh-CN" sz="1800" b="1" dirty="0">
                <a:latin typeface="微软雅黑" panose="020B0503020204020204" pitchFamily="34" charset="-122"/>
                <a:ea typeface="微软雅黑" panose="020B0503020204020204" pitchFamily="34" charset="-122"/>
              </a:rPr>
              <a:t>(</a:t>
            </a:r>
            <a:r>
              <a:rPr lang="en-US" altLang="zh-CN" sz="1800" b="1" dirty="0">
                <a:solidFill>
                  <a:schemeClr val="accent1"/>
                </a:solidFill>
                <a:latin typeface="微软雅黑" panose="020B0503020204020204" pitchFamily="34" charset="-122"/>
                <a:ea typeface="微软雅黑" panose="020B0503020204020204" pitchFamily="34" charset="-122"/>
              </a:rPr>
              <a:t>v0.6-replica-nopow</a:t>
            </a:r>
            <a:r>
              <a:rPr lang="en-US" altLang="zh-CN" sz="1800" b="1" dirty="0">
                <a:latin typeface="微软雅黑" panose="020B0503020204020204" pitchFamily="34" charset="-122"/>
                <a:ea typeface="微软雅黑" panose="020B0503020204020204" pitchFamily="34" charset="-122"/>
              </a:rPr>
              <a:t>)</a:t>
            </a:r>
          </a:p>
          <a:p>
            <a:pPr marL="342900" indent="-342900">
              <a:lnSpc>
                <a:spcPct val="150000"/>
              </a:lnSpc>
              <a:buFont typeface="Arial"/>
              <a:buAutoNum type="arabicPeriod"/>
            </a:pPr>
            <a:r>
              <a:rPr lang="zh-CN" altLang="en-US" sz="1600" b="1" dirty="0">
                <a:latin typeface="微软雅黑" panose="020B0503020204020204" pitchFamily="34" charset="-122"/>
                <a:ea typeface="微软雅黑" panose="020B0503020204020204" pitchFamily="34" charset="-122"/>
              </a:rPr>
              <a:t>直接收到客户端单播的交易</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2"/>
                </a:solidFill>
                <a:latin typeface="微软雅黑" panose="020B0503020204020204" pitchFamily="34" charset="-122"/>
                <a:ea typeface="微软雅黑" panose="020B0503020204020204" pitchFamily="34" charset="-122"/>
              </a:rPr>
              <a:t>Message_CHAIN_TRANSACTION</a:t>
            </a:r>
            <a:r>
              <a:rPr lang="en-US" altLang="zh-CN" sz="1600" b="1" dirty="0">
                <a:latin typeface="微软雅黑" panose="020B0503020204020204" pitchFamily="34" charset="-122"/>
                <a:ea typeface="微软雅黑" panose="020B0503020204020204" pitchFamily="34" charset="-122"/>
              </a:rPr>
              <a:t>) (</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tryByzantineForNVPTX</a:t>
            </a:r>
            <a:r>
              <a:rPr lang="en-US" altLang="zh-CN" sz="1600" b="1" dirty="0">
                <a:latin typeface="微软雅黑" panose="020B0503020204020204" pitchFamily="34" charset="-122"/>
                <a:ea typeface="微软雅黑" panose="020B0503020204020204" pitchFamily="34" charset="-122"/>
              </a:rPr>
              <a:t>)</a:t>
            </a:r>
          </a:p>
          <a:p>
            <a:pPr lvl="1">
              <a:lnSpc>
                <a:spcPct val="150000"/>
              </a:lnSpc>
            </a:pPr>
            <a:r>
              <a:rPr lang="en-US" altLang="zh-CN" sz="1600" b="1" dirty="0">
                <a:latin typeface="微软雅黑" panose="020B0503020204020204" pitchFamily="34" charset="-122"/>
                <a:ea typeface="微软雅黑" panose="020B0503020204020204" pitchFamily="34" charset="-122"/>
              </a:rPr>
              <a:t>        a.</a:t>
            </a:r>
            <a:r>
              <a:rPr lang="zh-CN" altLang="en-US" sz="1600" b="1" dirty="0">
                <a:latin typeface="微软雅黑" panose="020B0503020204020204" pitchFamily="34" charset="-122"/>
                <a:ea typeface="微软雅黑" panose="020B0503020204020204" pitchFamily="34" charset="-122"/>
              </a:rPr>
              <a:t> 暂存交易到</a:t>
            </a:r>
            <a:r>
              <a:rPr lang="en-US" altLang="zh-CN" sz="1600" b="1" dirty="0" err="1">
                <a:latin typeface="微软雅黑" panose="020B0503020204020204" pitchFamily="34" charset="-122"/>
                <a:ea typeface="微软雅黑" panose="020B0503020204020204" pitchFamily="34" charset="-122"/>
              </a:rPr>
              <a:t>bzrequestStore</a:t>
            </a:r>
            <a:r>
              <a:rPr lang="en-US" altLang="zh-CN" sz="1600" b="1" dirty="0">
                <a:latin typeface="微软雅黑" panose="020B0503020204020204" pitchFamily="34" charset="-122"/>
                <a:ea typeface="微软雅黑" panose="020B0503020204020204" pitchFamily="34" charset="-122"/>
              </a:rPr>
              <a:t> (</a:t>
            </a:r>
            <a:r>
              <a:rPr lang="en-US" altLang="zh-CN" sz="1600" b="1" dirty="0" err="1">
                <a:solidFill>
                  <a:schemeClr val="accent1"/>
                </a:solidFill>
                <a:latin typeface="微软雅黑" panose="020B0503020204020204" pitchFamily="34" charset="-122"/>
                <a:ea typeface="微软雅黑" panose="020B0503020204020204" pitchFamily="34" charset="-122"/>
              </a:rPr>
              <a:t>requeststore.go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bzrequestStore</a:t>
            </a:r>
            <a:r>
              <a:rPr lang="en-US" altLang="zh-CN" sz="1600" b="1" dirty="0">
                <a:latin typeface="微软雅黑" panose="020B0503020204020204" pitchFamily="34" charset="-122"/>
                <a:ea typeface="微软雅黑" panose="020B0503020204020204" pitchFamily="34" charset="-122"/>
              </a:rPr>
              <a:t>)</a:t>
            </a:r>
          </a:p>
          <a:p>
            <a:pPr lvl="1">
              <a:lnSpc>
                <a:spcPct val="150000"/>
              </a:lnSpc>
            </a:pPr>
            <a:r>
              <a:rPr lang="en-US" altLang="zh-CN" sz="1600" b="1" dirty="0">
                <a:latin typeface="微软雅黑" panose="020B0503020204020204" pitchFamily="34" charset="-122"/>
                <a:ea typeface="微软雅黑" panose="020B0503020204020204" pitchFamily="34" charset="-122"/>
              </a:rPr>
              <a:t>        b.</a:t>
            </a:r>
            <a:r>
              <a:rPr lang="zh-CN" altLang="en-US" sz="1600" b="1" dirty="0">
                <a:latin typeface="微软雅黑" panose="020B0503020204020204" pitchFamily="34" charset="-122"/>
                <a:ea typeface="微软雅黑" panose="020B0503020204020204" pitchFamily="34" charset="-122"/>
              </a:rPr>
              <a:t> 构造抢注交易并发送 </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makeTxNoPow</a:t>
            </a:r>
            <a:r>
              <a:rPr lang="en-US" altLang="zh-CN" sz="1600" b="1" dirty="0">
                <a:latin typeface="微软雅黑" panose="020B0503020204020204" pitchFamily="34" charset="-122"/>
                <a:ea typeface="微软雅黑" panose="020B0503020204020204" pitchFamily="34" charset="-122"/>
              </a:rPr>
              <a:t>)</a:t>
            </a:r>
          </a:p>
          <a:p>
            <a:pPr lvl="1">
              <a:lnSpc>
                <a:spcPct val="150000"/>
              </a:lnSpc>
            </a:pPr>
            <a:r>
              <a:rPr lang="en-US" altLang="zh-CN" sz="1600" b="1" dirty="0">
                <a:latin typeface="微软雅黑" panose="020B0503020204020204" pitchFamily="34" charset="-122"/>
                <a:ea typeface="微软雅黑" panose="020B0503020204020204" pitchFamily="34" charset="-122"/>
              </a:rPr>
              <a:t>        c.</a:t>
            </a:r>
            <a:r>
              <a:rPr lang="zh-CN" altLang="en-US" sz="1600" b="1" dirty="0">
                <a:latin typeface="微软雅黑" panose="020B0503020204020204" pitchFamily="34" charset="-122"/>
                <a:ea typeface="微软雅黑" panose="020B0503020204020204" pitchFamily="34" charset="-122"/>
              </a:rPr>
              <a:t> 收到自身抢注交易，先广播，再取出</a:t>
            </a:r>
            <a:r>
              <a:rPr lang="en-US" altLang="zh-CN" sz="1600" b="1" dirty="0" err="1">
                <a:latin typeface="微软雅黑" panose="020B0503020204020204" pitchFamily="34" charset="-122"/>
                <a:ea typeface="微软雅黑" panose="020B0503020204020204" pitchFamily="34" charset="-122"/>
              </a:rPr>
              <a:t>bzrequestStore</a:t>
            </a:r>
            <a:r>
              <a:rPr lang="zh-CN" altLang="en-US" sz="1600" b="1" dirty="0">
                <a:latin typeface="微软雅黑" panose="020B0503020204020204" pitchFamily="34" charset="-122"/>
                <a:ea typeface="微软雅黑" panose="020B0503020204020204" pitchFamily="34" charset="-122"/>
              </a:rPr>
              <a:t>中的原交易后广播</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 </a:t>
            </a:r>
            <a:r>
              <a:rPr lang="en-US" altLang="zh-CN" sz="1600" b="1" dirty="0" err="1">
                <a:solidFill>
                  <a:schemeClr val="accent1"/>
                </a:solidFill>
                <a:latin typeface="微软雅黑" panose="020B0503020204020204" pitchFamily="34" charset="-122"/>
                <a:ea typeface="微软雅黑" panose="020B0503020204020204" pitchFamily="34" charset="-122"/>
              </a:rPr>
              <a:t>bzSubmitToLeader</a:t>
            </a:r>
            <a:r>
              <a:rPr lang="zh-CN" altLang="en-US" sz="1600" b="1" dirty="0">
                <a:solidFill>
                  <a:schemeClr val="tx1"/>
                </a:solidFill>
                <a:latin typeface="微软雅黑" panose="020B0503020204020204" pitchFamily="34" charset="-122"/>
                <a:ea typeface="微软雅黑" panose="020B0503020204020204" pitchFamily="34" charset="-122"/>
              </a:rPr>
              <a:t>）</a:t>
            </a:r>
            <a:endParaRPr lang="en-US" altLang="zh-CN" sz="1600" b="1" dirty="0">
              <a:solidFill>
                <a:schemeClr val="tx1"/>
              </a:solidFill>
              <a:latin typeface="微软雅黑" panose="020B0503020204020204" pitchFamily="34" charset="-122"/>
              <a:ea typeface="微软雅黑" panose="020B0503020204020204" pitchFamily="34" charset="-122"/>
            </a:endParaRPr>
          </a:p>
          <a:p>
            <a:pPr lvl="1">
              <a:lnSpc>
                <a:spcPct val="150000"/>
              </a:lnSpc>
            </a:pPr>
            <a:r>
              <a:rPr lang="en-US" altLang="zh-CN" sz="1600" b="1" dirty="0">
                <a:latin typeface="微软雅黑" panose="020B0503020204020204" pitchFamily="34" charset="-122"/>
                <a:ea typeface="微软雅黑" panose="020B0503020204020204" pitchFamily="34" charset="-122"/>
              </a:rPr>
              <a:t>        d. </a:t>
            </a:r>
            <a:r>
              <a:rPr lang="zh-CN" altLang="en-US" sz="1600" b="1" dirty="0">
                <a:latin typeface="微软雅黑" panose="020B0503020204020204" pitchFamily="34" charset="-122"/>
                <a:ea typeface="微软雅黑" panose="020B0503020204020204" pitchFamily="34" charset="-122"/>
              </a:rPr>
              <a:t>由于抢注交易先广播，原交易后广播，抢注交易大概率先被主节点接收从而先被执行，实现抢注</a:t>
            </a:r>
            <a:endParaRPr lang="en-US" altLang="zh-CN" sz="1600" b="1" dirty="0">
              <a:latin typeface="微软雅黑" panose="020B0503020204020204" pitchFamily="34" charset="-122"/>
              <a:ea typeface="微软雅黑" panose="020B0503020204020204" pitchFamily="34" charset="-122"/>
            </a:endParaRPr>
          </a:p>
          <a:p>
            <a:pPr marL="342900" lvl="1" indent="-342900">
              <a:lnSpc>
                <a:spcPct val="150000"/>
              </a:lnSpc>
              <a:buAutoNum type="arabicPeriod" startAt="2"/>
            </a:pPr>
            <a:r>
              <a:rPr lang="zh-CN" altLang="en-US" sz="1600" b="1" dirty="0">
                <a:latin typeface="微软雅黑" panose="020B0503020204020204" pitchFamily="34" charset="-122"/>
                <a:ea typeface="微软雅黑" panose="020B0503020204020204" pitchFamily="34" charset="-122"/>
              </a:rPr>
              <a:t>间接收到非主节点广播来的交易</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2"/>
                </a:solidFill>
                <a:latin typeface="微软雅黑" panose="020B0503020204020204" pitchFamily="34" charset="-122"/>
                <a:ea typeface="微软雅黑" panose="020B0503020204020204" pitchFamily="34" charset="-122"/>
              </a:rPr>
              <a:t>Message_CONSENSUS</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tryByzantineForCNSTX</a:t>
            </a:r>
            <a:r>
              <a:rPr lang="zh-CN" altLang="en-US"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lvl="1">
              <a:lnSpc>
                <a:spcPct val="150000"/>
              </a:lnSpc>
            </a:pPr>
            <a:r>
              <a:rPr lang="en-US" altLang="zh-CN" sz="1600" b="1" dirty="0">
                <a:latin typeface="微软雅黑" panose="020B0503020204020204" pitchFamily="34" charset="-122"/>
                <a:ea typeface="微软雅黑" panose="020B0503020204020204" pitchFamily="34" charset="-122"/>
              </a:rPr>
              <a:t>        a.</a:t>
            </a:r>
            <a:r>
              <a:rPr lang="zh-CN" altLang="en-US" sz="1600" b="1" dirty="0">
                <a:latin typeface="微软雅黑" panose="020B0503020204020204" pitchFamily="34" charset="-122"/>
                <a:ea typeface="微软雅黑" panose="020B0503020204020204" pitchFamily="34" charset="-122"/>
              </a:rPr>
              <a:t> 暂存交易到</a:t>
            </a:r>
            <a:r>
              <a:rPr lang="en-US" altLang="zh-CN" sz="1600" b="1" dirty="0" err="1">
                <a:latin typeface="微软雅黑" panose="020B0503020204020204" pitchFamily="34" charset="-122"/>
                <a:ea typeface="微软雅黑" panose="020B0503020204020204" pitchFamily="34" charset="-122"/>
              </a:rPr>
              <a:t>bzrequestStore</a:t>
            </a:r>
            <a:r>
              <a:rPr lang="en-US" altLang="zh-CN" sz="1600" b="1" dirty="0">
                <a:latin typeface="微软雅黑" panose="020B0503020204020204" pitchFamily="34" charset="-122"/>
                <a:ea typeface="微软雅黑" panose="020B0503020204020204" pitchFamily="34" charset="-122"/>
              </a:rPr>
              <a:t> (</a:t>
            </a:r>
            <a:r>
              <a:rPr lang="en-US" altLang="zh-CN" sz="1600" b="1" dirty="0" err="1">
                <a:solidFill>
                  <a:schemeClr val="accent1"/>
                </a:solidFill>
                <a:latin typeface="微软雅黑" panose="020B0503020204020204" pitchFamily="34" charset="-122"/>
                <a:ea typeface="微软雅黑" panose="020B0503020204020204" pitchFamily="34" charset="-122"/>
              </a:rPr>
              <a:t>requeststore.go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bzrequestStore</a:t>
            </a:r>
            <a:r>
              <a:rPr lang="en-US" altLang="zh-CN" sz="1600" b="1" dirty="0">
                <a:latin typeface="微软雅黑" panose="020B0503020204020204" pitchFamily="34" charset="-122"/>
                <a:ea typeface="微软雅黑" panose="020B0503020204020204" pitchFamily="34" charset="-122"/>
              </a:rPr>
              <a:t>)</a:t>
            </a:r>
          </a:p>
          <a:p>
            <a:pPr lvl="1">
              <a:lnSpc>
                <a:spcPct val="150000"/>
              </a:lnSpc>
            </a:pPr>
            <a:r>
              <a:rPr lang="en-US" altLang="zh-CN" sz="1600" b="1" dirty="0">
                <a:latin typeface="微软雅黑" panose="020B0503020204020204" pitchFamily="34" charset="-122"/>
                <a:ea typeface="微软雅黑" panose="020B0503020204020204" pitchFamily="34" charset="-122"/>
              </a:rPr>
              <a:t>        b. </a:t>
            </a:r>
            <a:r>
              <a:rPr lang="zh-CN" altLang="en-US" sz="1600" b="1" dirty="0">
                <a:latin typeface="微软雅黑" panose="020B0503020204020204" pitchFamily="34" charset="-122"/>
                <a:ea typeface="微软雅黑" panose="020B0503020204020204" pitchFamily="34" charset="-122"/>
              </a:rPr>
              <a:t>构造抢注交易并发送 </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makeTxNoPow</a:t>
            </a:r>
            <a:r>
              <a:rPr lang="en-US" altLang="zh-CN" sz="1600" b="1" dirty="0">
                <a:latin typeface="微软雅黑" panose="020B0503020204020204" pitchFamily="34" charset="-122"/>
                <a:ea typeface="微软雅黑" panose="020B0503020204020204" pitchFamily="34" charset="-122"/>
              </a:rPr>
              <a:t>)</a:t>
            </a:r>
          </a:p>
          <a:p>
            <a:pPr lvl="1">
              <a:lnSpc>
                <a:spcPct val="150000"/>
              </a:lnSpc>
            </a:pPr>
            <a:r>
              <a:rPr lang="en-US" altLang="zh-CN" sz="1600" b="1" dirty="0">
                <a:latin typeface="微软雅黑" panose="020B0503020204020204" pitchFamily="34" charset="-122"/>
                <a:ea typeface="微软雅黑" panose="020B0503020204020204" pitchFamily="34" charset="-122"/>
              </a:rPr>
              <a:t>        c. </a:t>
            </a:r>
            <a:r>
              <a:rPr lang="zh-CN" altLang="en-US" sz="1600" b="1" dirty="0">
                <a:latin typeface="微软雅黑" panose="020B0503020204020204" pitchFamily="34" charset="-122"/>
                <a:ea typeface="微软雅黑" panose="020B0503020204020204" pitchFamily="34" charset="-122"/>
              </a:rPr>
              <a:t>回到</a:t>
            </a:r>
            <a:r>
              <a:rPr lang="en-US" altLang="zh-CN" sz="1600" b="1" dirty="0">
                <a:latin typeface="微软雅黑" panose="020B0503020204020204" pitchFamily="34" charset="-122"/>
                <a:ea typeface="微软雅黑" panose="020B0503020204020204" pitchFamily="34" charset="-122"/>
              </a:rPr>
              <a:t>1.c</a:t>
            </a:r>
          </a:p>
          <a:p>
            <a:pPr lvl="1">
              <a:lnSpc>
                <a:spcPct val="150000"/>
              </a:lnSpc>
            </a:pPr>
            <a:endParaRPr lang="en-US" altLang="zh-CN"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30508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8" descr="descript">
            <a:extLst>
              <a:ext uri="{FF2B5EF4-FFF2-40B4-BE49-F238E27FC236}">
                <a16:creationId xmlns:a16="http://schemas.microsoft.com/office/drawing/2014/main" id="{B8A37FA8-0745-EF1F-1CAE-59E860B9A28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23418" y="525800"/>
            <a:ext cx="5353665" cy="3146899"/>
          </a:xfrm>
          <a:prstGeom prst="rect">
            <a:avLst/>
          </a:prstGeom>
          <a:noFill/>
          <a:ln>
            <a:noFill/>
          </a:ln>
        </p:spPr>
      </p:pic>
      <p:sp>
        <p:nvSpPr>
          <p:cNvPr id="6" name="文本框 5">
            <a:extLst>
              <a:ext uri="{FF2B5EF4-FFF2-40B4-BE49-F238E27FC236}">
                <a16:creationId xmlns:a16="http://schemas.microsoft.com/office/drawing/2014/main" id="{99555F27-D4F3-A534-10A6-BA8852DD69D2}"/>
              </a:ext>
            </a:extLst>
          </p:cNvPr>
          <p:cNvSpPr txBox="1"/>
          <p:nvPr/>
        </p:nvSpPr>
        <p:spPr>
          <a:xfrm>
            <a:off x="1150374" y="4045387"/>
            <a:ext cx="9891252" cy="3003515"/>
          </a:xfrm>
          <a:prstGeom prst="rect">
            <a:avLst/>
          </a:prstGeom>
          <a:noFill/>
        </p:spPr>
        <p:txBody>
          <a:bodyPr wrap="square" rtlCol="0">
            <a:spAutoFit/>
          </a:bodyPr>
          <a:lstStyle/>
          <a:p>
            <a:pPr marL="342900" indent="-342900">
              <a:lnSpc>
                <a:spcPct val="150000"/>
              </a:lnSpc>
              <a:buAutoNum type="arabicPeriod"/>
            </a:pPr>
            <a:r>
              <a:rPr lang="zh-CN" altLang="zh-CN" sz="1600" b="1" dirty="0">
                <a:effectLst/>
                <a:latin typeface="微软雅黑" panose="020B0503020204020204" pitchFamily="34" charset="-122"/>
                <a:ea typeface="微软雅黑" panose="020B0503020204020204" pitchFamily="34" charset="-122"/>
                <a:cs typeface="宋体" panose="02010600030101010101" pitchFamily="2" charset="-122"/>
              </a:rPr>
              <a:t>将客户端单播到主节点改为广播到所有节点，增加副本节点对于请求的可见性，削弱主节点优势。当主节点对于请求处理超时，副本节点主动发起视图转换更换主节点。</a:t>
            </a:r>
            <a:endParaRPr lang="en-US" altLang="zh-CN" sz="1600" b="1" dirty="0">
              <a:effectLst/>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50000"/>
              </a:lnSpc>
              <a:buAutoNum type="arabicPeriod"/>
            </a:pPr>
            <a:endParaRPr lang="zh-CN" altLang="zh-CN" sz="1600" b="1" dirty="0">
              <a:effectLst/>
              <a:latin typeface="微软雅黑" panose="020B0503020204020204" pitchFamily="34" charset="-122"/>
              <a:ea typeface="微软雅黑" panose="020B0503020204020204" pitchFamily="34" charset="-122"/>
              <a:cs typeface="宋体" panose="02010600030101010101" pitchFamily="2" charset="-122"/>
            </a:endParaRPr>
          </a:p>
          <a:p>
            <a:pPr>
              <a:lnSpc>
                <a:spcPct val="150000"/>
              </a:lnSpc>
            </a:pPr>
            <a:r>
              <a:rPr lang="en-US" altLang="zh-CN" sz="1600" b="1" dirty="0">
                <a:effectLst/>
                <a:latin typeface="微软雅黑" panose="020B0503020204020204" pitchFamily="34" charset="-122"/>
                <a:ea typeface="微软雅黑" panose="020B0503020204020204" pitchFamily="34" charset="-122"/>
                <a:cs typeface="宋体" panose="02010600030101010101" pitchFamily="2" charset="-122"/>
              </a:rPr>
              <a:t>2. </a:t>
            </a:r>
            <a:r>
              <a:rPr lang="zh-CN" altLang="zh-CN" sz="1600" b="1" dirty="0">
                <a:effectLst/>
                <a:latin typeface="微软雅黑" panose="020B0503020204020204" pitchFamily="34" charset="-122"/>
                <a:ea typeface="微软雅黑" panose="020B0503020204020204" pitchFamily="34" charset="-122"/>
                <a:cs typeface="宋体" panose="02010600030101010101" pitchFamily="2" charset="-122"/>
              </a:rPr>
              <a:t>用户在注册域名前，须针对域名进行工作量证明（</a:t>
            </a:r>
            <a:r>
              <a:rPr lang="en-US" altLang="zh-CN" sz="1600" b="1" dirty="0">
                <a:effectLst/>
                <a:latin typeface="微软雅黑" panose="020B0503020204020204" pitchFamily="34" charset="-122"/>
                <a:ea typeface="微软雅黑" panose="020B0503020204020204" pitchFamily="34" charset="-122"/>
                <a:cs typeface="宋体" panose="02010600030101010101" pitchFamily="2" charset="-122"/>
              </a:rPr>
              <a:t>POW</a:t>
            </a:r>
            <a:r>
              <a:rPr lang="zh-CN" altLang="zh-CN" sz="1600" b="1" dirty="0">
                <a:effectLst/>
                <a:latin typeface="微软雅黑" panose="020B0503020204020204" pitchFamily="34" charset="-122"/>
                <a:ea typeface="微软雅黑" panose="020B0503020204020204" pitchFamily="34" charset="-122"/>
                <a:cs typeface="宋体" panose="02010600030101010101" pitchFamily="2" charset="-122"/>
              </a:rPr>
              <a:t>），即计算满足前导零要求哈希值的随机数，并在注册请求中附加</a:t>
            </a:r>
            <a:r>
              <a:rPr lang="en-US" altLang="zh-CN" sz="1600" b="1" dirty="0">
                <a:effectLst/>
                <a:latin typeface="微软雅黑" panose="020B0503020204020204" pitchFamily="34" charset="-122"/>
                <a:ea typeface="微软雅黑" panose="020B0503020204020204" pitchFamily="34" charset="-122"/>
                <a:cs typeface="宋体" panose="02010600030101010101" pitchFamily="2" charset="-122"/>
              </a:rPr>
              <a:t>POW</a:t>
            </a:r>
            <a:r>
              <a:rPr lang="zh-CN" altLang="zh-CN" sz="1600" b="1" dirty="0">
                <a:effectLst/>
                <a:latin typeface="微软雅黑" panose="020B0503020204020204" pitchFamily="34" charset="-122"/>
                <a:ea typeface="微软雅黑" panose="020B0503020204020204" pitchFamily="34" charset="-122"/>
                <a:cs typeface="宋体" panose="02010600030101010101" pitchFamily="2" charset="-122"/>
              </a:rPr>
              <a:t>结果， 以此来阻止节点立刻参与竞争。由于该工作量证明与用户、域名所绑定，节点再想进行抢注就必须生成自己的工作量证明。只需调整工作量证明难度，使其生成时间大于请求处理超时时间即可防范主节点作恶，大于广播时间即可防范副本节点作恶。</a:t>
            </a:r>
          </a:p>
          <a:p>
            <a:pPr>
              <a:lnSpc>
                <a:spcPct val="150000"/>
              </a:lnSpc>
            </a:pPr>
            <a:endParaRPr lang="zh-CN" altLang="en-US" sz="1600" b="1" dirty="0">
              <a:latin typeface="微软雅黑" panose="020B0503020204020204" pitchFamily="34" charset="-122"/>
              <a:ea typeface="微软雅黑" panose="020B0503020204020204" pitchFamily="34" charset="-122"/>
            </a:endParaRPr>
          </a:p>
        </p:txBody>
      </p:sp>
      <p:sp>
        <p:nvSpPr>
          <p:cNvPr id="2" name="AutoShape 3">
            <a:extLst>
              <a:ext uri="{FF2B5EF4-FFF2-40B4-BE49-F238E27FC236}">
                <a16:creationId xmlns:a16="http://schemas.microsoft.com/office/drawing/2014/main" id="{D8AB8796-CA9A-AA5F-3C95-7A2FC7B06EA9}"/>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zh-CN" altLang="en-US" sz="2000" b="1" i="0" u="none" strike="noStrike" dirty="0">
                <a:solidFill>
                  <a:srgbClr val="1F2329"/>
                </a:solidFill>
              </a:rPr>
              <a:t>防御</a:t>
            </a:r>
            <a:endParaRPr lang="en-US" sz="1100" dirty="0"/>
          </a:p>
        </p:txBody>
      </p:sp>
    </p:spTree>
    <p:extLst>
      <p:ext uri="{BB962C8B-B14F-4D97-AF65-F5344CB8AC3E}">
        <p14:creationId xmlns:p14="http://schemas.microsoft.com/office/powerpoint/2010/main" val="558944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3EB6F-B04F-404F-513C-7CE9DBE2E11A}"/>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2F55DCA7-DF75-2407-42ED-DF60FBCC13B1}"/>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zh-CN" altLang="en-US" sz="2000" b="1" i="0" u="none" strike="noStrike" dirty="0">
                <a:solidFill>
                  <a:srgbClr val="1F2329"/>
                </a:solidFill>
              </a:rPr>
              <a:t>防御</a:t>
            </a:r>
            <a:endParaRPr lang="en-US" sz="1100" dirty="0"/>
          </a:p>
        </p:txBody>
      </p:sp>
      <p:sp>
        <p:nvSpPr>
          <p:cNvPr id="3" name="文本框 2">
            <a:extLst>
              <a:ext uri="{FF2B5EF4-FFF2-40B4-BE49-F238E27FC236}">
                <a16:creationId xmlns:a16="http://schemas.microsoft.com/office/drawing/2014/main" id="{4338523B-9A13-5D5A-BF9A-1F8509928E07}"/>
              </a:ext>
            </a:extLst>
          </p:cNvPr>
          <p:cNvSpPr txBox="1"/>
          <p:nvPr/>
        </p:nvSpPr>
        <p:spPr>
          <a:xfrm>
            <a:off x="511277" y="1150374"/>
            <a:ext cx="11169445" cy="3742178"/>
          </a:xfrm>
          <a:prstGeom prst="rect">
            <a:avLst/>
          </a:prstGeom>
          <a:noFill/>
        </p:spPr>
        <p:txBody>
          <a:bodyPr wrap="square" rtlCol="0">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主节点攻击防御</a:t>
            </a:r>
            <a:r>
              <a:rPr lang="en-US" altLang="zh-CN" sz="1600" b="1" dirty="0">
                <a:latin typeface="微软雅黑" panose="020B0503020204020204" pitchFamily="34" charset="-122"/>
                <a:ea typeface="微软雅黑" panose="020B0503020204020204" pitchFamily="34" charset="-122"/>
              </a:rPr>
              <a:t>(</a:t>
            </a:r>
            <a:r>
              <a:rPr lang="en-US" altLang="zh-CN" sz="1600" b="1" dirty="0">
                <a:solidFill>
                  <a:schemeClr val="accent1"/>
                </a:solidFill>
                <a:latin typeface="微软雅黑" panose="020B0503020204020204" pitchFamily="34" charset="-122"/>
                <a:ea typeface="微软雅黑" panose="020B0503020204020204" pitchFamily="34" charset="-122"/>
              </a:rPr>
              <a:t>v0.6-primarybz-pow</a:t>
            </a:r>
            <a:r>
              <a:rPr lang="en-US" altLang="zh-CN" sz="1600" b="1" dirty="0">
                <a:latin typeface="微软雅黑" panose="020B0503020204020204" pitchFamily="34" charset="-122"/>
                <a:ea typeface="微软雅黑" panose="020B0503020204020204" pitchFamily="34" charset="-122"/>
              </a:rPr>
              <a:t>)</a:t>
            </a:r>
          </a:p>
          <a:p>
            <a:pPr marL="342900" indent="-342900">
              <a:lnSpc>
                <a:spcPct val="150000"/>
              </a:lnSpc>
              <a:buAutoNum type="arabicPeriod"/>
            </a:pPr>
            <a:r>
              <a:rPr lang="zh-CN" altLang="en-US" sz="1600" b="1" dirty="0">
                <a:latin typeface="微软雅黑" panose="020B0503020204020204" pitchFamily="34" charset="-122"/>
                <a:ea typeface="微软雅黑" panose="020B0503020204020204" pitchFamily="34" charset="-122"/>
              </a:rPr>
              <a:t>客户端单播改为广播 </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peer.go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fr-FR" altLang="zh-CN" sz="1600" b="1" dirty="0">
                <a:solidFill>
                  <a:schemeClr val="accent1"/>
                </a:solidFill>
                <a:latin typeface="微软雅黑" panose="020B0503020204020204" pitchFamily="34" charset="-122"/>
                <a:ea typeface="微软雅黑" panose="020B0503020204020204" pitchFamily="34" charset="-122"/>
              </a:rPr>
              <a:t>ExecuteTransaction</a:t>
            </a:r>
            <a:r>
              <a:rPr lang="fr-FR" altLang="zh-CN"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marL="342900" indent="-342900">
              <a:lnSpc>
                <a:spcPct val="150000"/>
              </a:lnSpc>
              <a:buAutoNum type="arabicPeriod" startAt="2"/>
            </a:pPr>
            <a:r>
              <a:rPr lang="zh-CN" altLang="en-US" sz="1600" b="1" dirty="0">
                <a:latin typeface="微软雅黑" panose="020B0503020204020204" pitchFamily="34" charset="-122"/>
                <a:ea typeface="微软雅黑" panose="020B0503020204020204" pitchFamily="34" charset="-122"/>
              </a:rPr>
              <a:t>增加</a:t>
            </a:r>
            <a:r>
              <a:rPr lang="en-US" altLang="zh-CN" sz="1600" b="1" dirty="0">
                <a:latin typeface="微软雅黑" panose="020B0503020204020204" pitchFamily="34" charset="-122"/>
                <a:ea typeface="微软雅黑" panose="020B0503020204020204" pitchFamily="34" charset="-122"/>
              </a:rPr>
              <a:t>pow</a:t>
            </a:r>
            <a:r>
              <a:rPr lang="zh-CN" altLang="en-US" sz="1600" b="1" dirty="0">
                <a:latin typeface="微软雅黑" panose="020B0503020204020204" pitchFamily="34" charset="-122"/>
                <a:ea typeface="微软雅黑" panose="020B0503020204020204" pitchFamily="34" charset="-122"/>
              </a:rPr>
              <a:t>证明</a:t>
            </a:r>
            <a:endParaRPr lang="en-US" altLang="zh-CN" sz="1600" b="1" dirty="0">
              <a:latin typeface="微软雅黑" panose="020B0503020204020204" pitchFamily="34" charset="-122"/>
              <a:ea typeface="微软雅黑" panose="020B0503020204020204" pitchFamily="34" charset="-122"/>
            </a:endParaRPr>
          </a:p>
          <a:p>
            <a:pPr lvl="2">
              <a:lnSpc>
                <a:spcPct val="150000"/>
              </a:lnSpc>
            </a:pPr>
            <a:r>
              <a:rPr lang="en-US" altLang="zh-CN" sz="1600" b="1" dirty="0">
                <a:latin typeface="微软雅黑" panose="020B0503020204020204" pitchFamily="34" charset="-122"/>
                <a:ea typeface="微软雅黑" panose="020B0503020204020204" pitchFamily="34" charset="-122"/>
              </a:rPr>
              <a:t>     a.</a:t>
            </a:r>
            <a:r>
              <a:rPr lang="zh-CN" altLang="en-US" sz="1600" b="1" dirty="0">
                <a:latin typeface="微软雅黑" panose="020B0503020204020204" pitchFamily="34" charset="-122"/>
                <a:ea typeface="微软雅黑" panose="020B0503020204020204" pitchFamily="34" charset="-122"/>
              </a:rPr>
              <a:t> 客户端在发送交易时直接传入</a:t>
            </a:r>
            <a:r>
              <a:rPr lang="en-US" altLang="zh-CN" sz="1600" b="1" dirty="0">
                <a:latin typeface="微软雅黑" panose="020B0503020204020204" pitchFamily="34" charset="-122"/>
                <a:ea typeface="微软雅黑" panose="020B0503020204020204" pitchFamily="34" charset="-122"/>
              </a:rPr>
              <a:t>Nonce</a:t>
            </a:r>
          </a:p>
          <a:p>
            <a:pPr lvl="2">
              <a:lnSpc>
                <a:spcPct val="150000"/>
              </a:lnSpc>
            </a:pPr>
            <a:r>
              <a:rPr lang="en-US" altLang="zh-CN" sz="1600" b="1" dirty="0">
                <a:latin typeface="微软雅黑" panose="020B0503020204020204" pitchFamily="34" charset="-122"/>
                <a:ea typeface="微软雅黑" panose="020B0503020204020204" pitchFamily="34" charset="-122"/>
              </a:rPr>
              <a:t>     b.</a:t>
            </a:r>
            <a:r>
              <a:rPr lang="zh-CN" altLang="en-US" sz="1600" b="1" dirty="0">
                <a:latin typeface="微软雅黑" panose="020B0503020204020204" pitchFamily="34" charset="-122"/>
                <a:ea typeface="微软雅黑" panose="020B0503020204020204" pitchFamily="34" charset="-122"/>
              </a:rPr>
              <a:t> 正常节点收到交易后启动该交易计时器</a:t>
            </a:r>
            <a:endParaRPr lang="en-US" altLang="zh-CN" sz="1600" b="1" dirty="0">
              <a:latin typeface="微软雅黑" panose="020B0503020204020204" pitchFamily="34" charset="-122"/>
              <a:ea typeface="微软雅黑" panose="020B0503020204020204" pitchFamily="34" charset="-122"/>
            </a:endParaRPr>
          </a:p>
          <a:p>
            <a:pPr lvl="2">
              <a:lnSpc>
                <a:spcPct val="150000"/>
              </a:lnSpc>
            </a:pPr>
            <a:r>
              <a:rPr lang="en-US" altLang="zh-CN" sz="1600" b="1" dirty="0">
                <a:latin typeface="微软雅黑" panose="020B0503020204020204" pitchFamily="34" charset="-122"/>
                <a:ea typeface="微软雅黑" panose="020B0503020204020204" pitchFamily="34" charset="-122"/>
              </a:rPr>
              <a:t>     c. </a:t>
            </a:r>
            <a:r>
              <a:rPr lang="zh-CN" altLang="en-US" sz="1600" b="1" dirty="0">
                <a:latin typeface="微软雅黑" panose="020B0503020204020204" pitchFamily="34" charset="-122"/>
                <a:ea typeface="微软雅黑" panose="020B0503020204020204" pitchFamily="34" charset="-122"/>
              </a:rPr>
              <a:t>作恶主节点企图抢注 </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processMessage</a:t>
            </a:r>
            <a:r>
              <a:rPr lang="zh-CN" altLang="en-US"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lvl="2">
              <a:lnSpc>
                <a:spcPct val="150000"/>
              </a:lnSpc>
            </a:pPr>
            <a:r>
              <a:rPr lang="en-US" altLang="zh-CN" sz="1600" b="1" dirty="0">
                <a:latin typeface="微软雅黑" panose="020B0503020204020204" pitchFamily="34" charset="-122"/>
                <a:ea typeface="微软雅黑" panose="020B0503020204020204" pitchFamily="34" charset="-122"/>
              </a:rPr>
              <a:t>            c1. </a:t>
            </a:r>
            <a:r>
              <a:rPr lang="zh-CN" altLang="en-US" sz="1600" b="1" dirty="0">
                <a:latin typeface="微软雅黑" panose="020B0503020204020204" pitchFamily="34" charset="-122"/>
                <a:ea typeface="微软雅黑" panose="020B0503020204020204" pitchFamily="34" charset="-122"/>
              </a:rPr>
              <a:t>使用额外</a:t>
            </a:r>
            <a:r>
              <a:rPr lang="en-US" altLang="zh-CN" sz="1600" b="1" dirty="0" err="1">
                <a:latin typeface="微软雅黑" panose="020B0503020204020204" pitchFamily="34" charset="-122"/>
                <a:ea typeface="微软雅黑" panose="020B0503020204020204" pitchFamily="34" charset="-122"/>
              </a:rPr>
              <a:t>bzreqStore</a:t>
            </a:r>
            <a:r>
              <a:rPr lang="zh-CN" altLang="en-US" sz="1600" b="1" dirty="0">
                <a:latin typeface="微软雅黑" panose="020B0503020204020204" pitchFamily="34" charset="-122"/>
                <a:ea typeface="微软雅黑" panose="020B0503020204020204" pitchFamily="34" charset="-122"/>
              </a:rPr>
              <a:t>暂存计划抢注的交易</a:t>
            </a:r>
            <a:r>
              <a:rPr lang="en-US" altLang="zh-CN" sz="1600" b="1" dirty="0">
                <a:latin typeface="微软雅黑" panose="020B0503020204020204" pitchFamily="34" charset="-122"/>
                <a:ea typeface="微软雅黑" panose="020B0503020204020204" pitchFamily="34" charset="-122"/>
              </a:rPr>
              <a:t> (</a:t>
            </a:r>
            <a:r>
              <a:rPr lang="en-US" altLang="zh-CN" sz="1600" b="1" dirty="0" err="1">
                <a:solidFill>
                  <a:schemeClr val="accent1"/>
                </a:solidFill>
                <a:latin typeface="微软雅黑" panose="020B0503020204020204" pitchFamily="34" charset="-122"/>
                <a:ea typeface="微软雅黑" panose="020B0503020204020204" pitchFamily="34" charset="-122"/>
              </a:rPr>
              <a:t>requeststore.go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bzrequestStore</a:t>
            </a:r>
            <a:r>
              <a:rPr lang="en-US" altLang="zh-CN" sz="1600" b="1" dirty="0">
                <a:latin typeface="微软雅黑" panose="020B0503020204020204" pitchFamily="34" charset="-122"/>
                <a:ea typeface="微软雅黑" panose="020B0503020204020204" pitchFamily="34" charset="-122"/>
              </a:rPr>
              <a:t>)</a:t>
            </a:r>
          </a:p>
          <a:p>
            <a:pPr lvl="2">
              <a:lnSpc>
                <a:spcPct val="150000"/>
              </a:lnSpc>
            </a:pPr>
            <a:r>
              <a:rPr lang="en-US" altLang="zh-CN" sz="1600" b="1" dirty="0">
                <a:latin typeface="微软雅黑" panose="020B0503020204020204" pitchFamily="34" charset="-122"/>
                <a:ea typeface="微软雅黑" panose="020B0503020204020204" pitchFamily="34" charset="-122"/>
              </a:rPr>
              <a:t>            c2. </a:t>
            </a:r>
            <a:r>
              <a:rPr lang="zh-CN" altLang="en-US" sz="1600" b="1" dirty="0">
                <a:latin typeface="微软雅黑" panose="020B0503020204020204" pitchFamily="34" charset="-122"/>
                <a:ea typeface="微软雅黑" panose="020B0503020204020204" pitchFamily="34" charset="-122"/>
              </a:rPr>
              <a:t>开启</a:t>
            </a:r>
            <a:r>
              <a:rPr lang="en-US" altLang="zh-CN" sz="1600" b="1" dirty="0">
                <a:latin typeface="微软雅黑" panose="020B0503020204020204" pitchFamily="34" charset="-122"/>
                <a:ea typeface="微软雅黑" panose="020B0503020204020204" pitchFamily="34" charset="-122"/>
              </a:rPr>
              <a:t>nonce</a:t>
            </a:r>
            <a:r>
              <a:rPr lang="zh-CN" altLang="en-US" sz="1600" b="1" dirty="0">
                <a:latin typeface="微软雅黑" panose="020B0503020204020204" pitchFamily="34" charset="-122"/>
                <a:ea typeface="微软雅黑" panose="020B0503020204020204" pitchFamily="34" charset="-122"/>
              </a:rPr>
              <a:t>计算协程，计算完毕后发起自己的抢注交易（需要时间）（</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getNonce,makeTxByPow</a:t>
            </a:r>
            <a:r>
              <a:rPr lang="en-US" altLang="zh-CN" sz="1600" b="1" dirty="0">
                <a:latin typeface="微软雅黑" panose="020B0503020204020204" pitchFamily="34" charset="-122"/>
                <a:ea typeface="微软雅黑" panose="020B0503020204020204" pitchFamily="34" charset="-122"/>
              </a:rPr>
              <a:t>)</a:t>
            </a:r>
          </a:p>
          <a:p>
            <a:pPr lvl="2">
              <a:lnSpc>
                <a:spcPct val="150000"/>
              </a:lnSpc>
            </a:pPr>
            <a:r>
              <a:rPr lang="en-US" altLang="zh-CN" sz="1600" b="1" dirty="0">
                <a:latin typeface="微软雅黑" panose="020B0503020204020204" pitchFamily="34" charset="-122"/>
                <a:ea typeface="微软雅黑" panose="020B0503020204020204" pitchFamily="34" charset="-122"/>
              </a:rPr>
              <a:t>     d. b</a:t>
            </a:r>
            <a:r>
              <a:rPr lang="zh-CN" altLang="en-US" sz="1600" b="1" dirty="0">
                <a:latin typeface="微软雅黑" panose="020B0503020204020204" pitchFamily="34" charset="-122"/>
                <a:ea typeface="微软雅黑" panose="020B0503020204020204" pitchFamily="34" charset="-122"/>
              </a:rPr>
              <a:t>中交易计时器超时，正常节点发起</a:t>
            </a:r>
            <a:r>
              <a:rPr lang="en-US" altLang="zh-CN" sz="1600" b="1" dirty="0" err="1">
                <a:latin typeface="微软雅黑" panose="020B0503020204020204" pitchFamily="34" charset="-122"/>
                <a:ea typeface="微软雅黑" panose="020B0503020204020204" pitchFamily="34" charset="-122"/>
              </a:rPr>
              <a:t>viewchange</a:t>
            </a:r>
            <a:r>
              <a:rPr lang="zh-CN" altLang="en-US" sz="1600" b="1" dirty="0">
                <a:latin typeface="微软雅黑" panose="020B0503020204020204" pitchFamily="34" charset="-122"/>
                <a:ea typeface="微软雅黑" panose="020B0503020204020204" pitchFamily="34" charset="-122"/>
              </a:rPr>
              <a:t>，原交易被正常处理</a:t>
            </a:r>
            <a:endParaRPr lang="en-US" altLang="zh-CN" sz="1600" b="1" dirty="0">
              <a:latin typeface="微软雅黑" panose="020B0503020204020204" pitchFamily="34" charset="-122"/>
              <a:ea typeface="微软雅黑" panose="020B0503020204020204" pitchFamily="34" charset="-122"/>
            </a:endParaRPr>
          </a:p>
          <a:p>
            <a:pPr lvl="2">
              <a:lnSpc>
                <a:spcPct val="150000"/>
              </a:lnSpc>
            </a:pPr>
            <a:r>
              <a:rPr lang="en-US" altLang="zh-CN" sz="1600" b="1" dirty="0">
                <a:latin typeface="微软雅黑" panose="020B0503020204020204" pitchFamily="34" charset="-122"/>
                <a:ea typeface="微软雅黑" panose="020B0503020204020204" pitchFamily="34" charset="-122"/>
              </a:rPr>
              <a:t>3.  </a:t>
            </a:r>
            <a:r>
              <a:rPr lang="zh-CN" altLang="en-US" sz="1600" b="1" dirty="0">
                <a:latin typeface="微软雅黑" panose="020B0503020204020204" pitchFamily="34" charset="-122"/>
                <a:ea typeface="微软雅黑" panose="020B0503020204020204" pitchFamily="34" charset="-122"/>
              </a:rPr>
              <a:t>链码验证</a:t>
            </a:r>
            <a:r>
              <a:rPr lang="en-US" altLang="zh-CN" sz="1600" b="1" dirty="0">
                <a:latin typeface="微软雅黑" panose="020B0503020204020204" pitchFamily="34" charset="-122"/>
                <a:ea typeface="微软雅黑" panose="020B0503020204020204" pitchFamily="34" charset="-122"/>
              </a:rPr>
              <a:t>pow</a:t>
            </a:r>
            <a:r>
              <a:rPr lang="zh-CN" altLang="en-US" sz="1600" b="1" dirty="0">
                <a:latin typeface="微软雅黑" panose="020B0503020204020204" pitchFamily="34" charset="-122"/>
                <a:ea typeface="微软雅黑" panose="020B0503020204020204" pitchFamily="34" charset="-122"/>
              </a:rPr>
              <a:t>证明</a:t>
            </a:r>
            <a:endParaRPr lang="en-US" altLang="zh-CN"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7158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57935-048B-1BC9-F25A-AC132648DF75}"/>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85C87ADF-421D-93A9-AF9F-4EC347E0C01F}"/>
              </a:ext>
            </a:extLst>
          </p:cNvPr>
          <p:cNvSpPr/>
          <p:nvPr/>
        </p:nvSpPr>
        <p:spPr>
          <a:xfrm>
            <a:off x="370318" y="153112"/>
            <a:ext cx="44831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zh-CN" altLang="en-US" sz="2000" b="1" i="0" u="none" strike="noStrike" dirty="0">
                <a:solidFill>
                  <a:srgbClr val="1F2329"/>
                </a:solidFill>
              </a:rPr>
              <a:t>共识</a:t>
            </a:r>
            <a:r>
              <a:rPr lang="en-US" sz="2000" b="1" i="0" u="none" strike="noStrike" dirty="0">
                <a:solidFill>
                  <a:srgbClr val="1F2329"/>
                </a:solidFill>
              </a:rPr>
              <a:t>&gt; </a:t>
            </a:r>
            <a:r>
              <a:rPr lang="zh-CN" altLang="en-US" sz="2000" b="1" i="0" u="none" strike="noStrike" dirty="0">
                <a:solidFill>
                  <a:srgbClr val="1F2329"/>
                </a:solidFill>
              </a:rPr>
              <a:t>防御</a:t>
            </a:r>
            <a:endParaRPr lang="en-US" sz="1100" dirty="0"/>
          </a:p>
        </p:txBody>
      </p:sp>
      <p:sp>
        <p:nvSpPr>
          <p:cNvPr id="3" name="文本框 2">
            <a:extLst>
              <a:ext uri="{FF2B5EF4-FFF2-40B4-BE49-F238E27FC236}">
                <a16:creationId xmlns:a16="http://schemas.microsoft.com/office/drawing/2014/main" id="{0075E723-E76D-C7FC-E092-C244287E48B8}"/>
              </a:ext>
            </a:extLst>
          </p:cNvPr>
          <p:cNvSpPr txBox="1"/>
          <p:nvPr/>
        </p:nvSpPr>
        <p:spPr>
          <a:xfrm>
            <a:off x="511277" y="1150374"/>
            <a:ext cx="11169445" cy="3742178"/>
          </a:xfrm>
          <a:prstGeom prst="rect">
            <a:avLst/>
          </a:prstGeom>
          <a:noFill/>
        </p:spPr>
        <p:txBody>
          <a:bodyPr wrap="square" rtlCol="0">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副本节点攻击防御</a:t>
            </a:r>
            <a:r>
              <a:rPr lang="en-US" altLang="zh-CN" sz="1600" b="1" dirty="0">
                <a:latin typeface="微软雅黑" panose="020B0503020204020204" pitchFamily="34" charset="-122"/>
                <a:ea typeface="微软雅黑" panose="020B0503020204020204" pitchFamily="34" charset="-122"/>
              </a:rPr>
              <a:t>(</a:t>
            </a:r>
            <a:r>
              <a:rPr lang="en-US" altLang="zh-CN" sz="1600" b="1" dirty="0">
                <a:solidFill>
                  <a:schemeClr val="accent1"/>
                </a:solidFill>
                <a:latin typeface="微软雅黑" panose="020B0503020204020204" pitchFamily="34" charset="-122"/>
                <a:ea typeface="微软雅黑" panose="020B0503020204020204" pitchFamily="34" charset="-122"/>
              </a:rPr>
              <a:t>v0.6-pow</a:t>
            </a:r>
            <a:r>
              <a:rPr lang="en-US" altLang="zh-CN" sz="1600" b="1" dirty="0">
                <a:latin typeface="微软雅黑" panose="020B0503020204020204" pitchFamily="34" charset="-122"/>
                <a:ea typeface="微软雅黑" panose="020B0503020204020204" pitchFamily="34" charset="-122"/>
              </a:rPr>
              <a:t>)</a:t>
            </a:r>
          </a:p>
          <a:p>
            <a:pPr marL="342900" indent="-342900">
              <a:lnSpc>
                <a:spcPct val="150000"/>
              </a:lnSpc>
              <a:buAutoNum type="arabicPeriod"/>
            </a:pPr>
            <a:r>
              <a:rPr lang="zh-CN" altLang="en-US" sz="1600" b="1" dirty="0">
                <a:latin typeface="微软雅黑" panose="020B0503020204020204" pitchFamily="34" charset="-122"/>
                <a:ea typeface="微软雅黑" panose="020B0503020204020204" pitchFamily="34" charset="-122"/>
              </a:rPr>
              <a:t>客户端单播改为广播 </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peer.go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fr-FR" altLang="zh-CN" sz="1600" b="1" dirty="0">
                <a:solidFill>
                  <a:schemeClr val="accent1"/>
                </a:solidFill>
                <a:latin typeface="微软雅黑" panose="020B0503020204020204" pitchFamily="34" charset="-122"/>
                <a:ea typeface="微软雅黑" panose="020B0503020204020204" pitchFamily="34" charset="-122"/>
              </a:rPr>
              <a:t>ExecuteTransaction</a:t>
            </a:r>
            <a:r>
              <a:rPr lang="fr-FR" altLang="zh-CN"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marL="342900" indent="-342900">
              <a:lnSpc>
                <a:spcPct val="150000"/>
              </a:lnSpc>
              <a:buAutoNum type="arabicPeriod" startAt="2"/>
            </a:pPr>
            <a:r>
              <a:rPr lang="zh-CN" altLang="en-US" sz="1600" b="1" dirty="0">
                <a:latin typeface="微软雅黑" panose="020B0503020204020204" pitchFamily="34" charset="-122"/>
                <a:ea typeface="微软雅黑" panose="020B0503020204020204" pitchFamily="34" charset="-122"/>
              </a:rPr>
              <a:t>增加</a:t>
            </a:r>
            <a:r>
              <a:rPr lang="en-US" altLang="zh-CN" sz="1600" b="1" dirty="0">
                <a:latin typeface="微软雅黑" panose="020B0503020204020204" pitchFamily="34" charset="-122"/>
                <a:ea typeface="微软雅黑" panose="020B0503020204020204" pitchFamily="34" charset="-122"/>
              </a:rPr>
              <a:t>pow</a:t>
            </a:r>
            <a:r>
              <a:rPr lang="zh-CN" altLang="en-US" sz="1600" b="1" dirty="0">
                <a:latin typeface="微软雅黑" panose="020B0503020204020204" pitchFamily="34" charset="-122"/>
                <a:ea typeface="微软雅黑" panose="020B0503020204020204" pitchFamily="34" charset="-122"/>
              </a:rPr>
              <a:t>证明</a:t>
            </a:r>
            <a:endParaRPr lang="en-US" altLang="zh-CN" sz="1600" b="1" dirty="0">
              <a:latin typeface="微软雅黑" panose="020B0503020204020204" pitchFamily="34" charset="-122"/>
              <a:ea typeface="微软雅黑" panose="020B0503020204020204" pitchFamily="34" charset="-122"/>
            </a:endParaRPr>
          </a:p>
          <a:p>
            <a:pPr lvl="2">
              <a:lnSpc>
                <a:spcPct val="150000"/>
              </a:lnSpc>
            </a:pPr>
            <a:r>
              <a:rPr lang="en-US" altLang="zh-CN" sz="1600" b="1" dirty="0">
                <a:latin typeface="微软雅黑" panose="020B0503020204020204" pitchFamily="34" charset="-122"/>
                <a:ea typeface="微软雅黑" panose="020B0503020204020204" pitchFamily="34" charset="-122"/>
              </a:rPr>
              <a:t>     a.</a:t>
            </a:r>
            <a:r>
              <a:rPr lang="zh-CN" altLang="en-US" sz="1600" b="1" dirty="0">
                <a:latin typeface="微软雅黑" panose="020B0503020204020204" pitchFamily="34" charset="-122"/>
                <a:ea typeface="微软雅黑" panose="020B0503020204020204" pitchFamily="34" charset="-122"/>
              </a:rPr>
              <a:t> 客户端在发送交易时直接传入</a:t>
            </a:r>
            <a:r>
              <a:rPr lang="en-US" altLang="zh-CN" sz="1600" b="1" dirty="0">
                <a:latin typeface="微软雅黑" panose="020B0503020204020204" pitchFamily="34" charset="-122"/>
                <a:ea typeface="微软雅黑" panose="020B0503020204020204" pitchFamily="34" charset="-122"/>
              </a:rPr>
              <a:t>Nonce</a:t>
            </a:r>
          </a:p>
          <a:p>
            <a:pPr lvl="2">
              <a:lnSpc>
                <a:spcPct val="150000"/>
              </a:lnSpc>
            </a:pPr>
            <a:r>
              <a:rPr lang="en-US" altLang="zh-CN" sz="1600" b="1" dirty="0">
                <a:latin typeface="微软雅黑" panose="020B0503020204020204" pitchFamily="34" charset="-122"/>
                <a:ea typeface="微软雅黑" panose="020B0503020204020204" pitchFamily="34" charset="-122"/>
              </a:rPr>
              <a:t>     b.</a:t>
            </a:r>
            <a:r>
              <a:rPr lang="zh-CN" altLang="en-US" sz="1600" b="1" dirty="0">
                <a:latin typeface="微软雅黑" panose="020B0503020204020204" pitchFamily="34" charset="-122"/>
                <a:ea typeface="微软雅黑" panose="020B0503020204020204" pitchFamily="34" charset="-122"/>
              </a:rPr>
              <a:t> 正常节点收到交易后启动该交易计时器，主节点加入交易到</a:t>
            </a:r>
            <a:r>
              <a:rPr lang="en-US" altLang="zh-CN" sz="1600" b="1" dirty="0">
                <a:latin typeface="微软雅黑" panose="020B0503020204020204" pitchFamily="34" charset="-122"/>
                <a:ea typeface="微软雅黑" panose="020B0503020204020204" pitchFamily="34" charset="-122"/>
              </a:rPr>
              <a:t>batch(</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submitToLeader</a:t>
            </a:r>
            <a:r>
              <a:rPr lang="en-US" altLang="zh-CN" sz="1600" b="1" dirty="0">
                <a:latin typeface="微软雅黑" panose="020B0503020204020204" pitchFamily="34" charset="-122"/>
                <a:ea typeface="微软雅黑" panose="020B0503020204020204" pitchFamily="34" charset="-122"/>
              </a:rPr>
              <a:t>)</a:t>
            </a:r>
          </a:p>
          <a:p>
            <a:pPr lvl="2">
              <a:lnSpc>
                <a:spcPct val="150000"/>
              </a:lnSpc>
            </a:pPr>
            <a:r>
              <a:rPr lang="en-US" altLang="zh-CN" sz="1600" b="1" dirty="0">
                <a:latin typeface="微软雅黑" panose="020B0503020204020204" pitchFamily="34" charset="-122"/>
                <a:ea typeface="微软雅黑" panose="020B0503020204020204" pitchFamily="34" charset="-122"/>
              </a:rPr>
              <a:t>     c. </a:t>
            </a:r>
            <a:r>
              <a:rPr lang="zh-CN" altLang="en-US" sz="1600" b="1" dirty="0">
                <a:latin typeface="微软雅黑" panose="020B0503020204020204" pitchFamily="34" charset="-122"/>
                <a:ea typeface="微软雅黑" panose="020B0503020204020204" pitchFamily="34" charset="-122"/>
              </a:rPr>
              <a:t>作恶副本节点节点企图抢注 </a:t>
            </a:r>
            <a:r>
              <a:rPr lang="en-US" altLang="zh-CN" sz="1600" b="1" dirty="0">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 </a:t>
            </a:r>
            <a:r>
              <a:rPr lang="en-US" altLang="zh-CN" sz="1600" b="1" dirty="0" err="1">
                <a:solidFill>
                  <a:schemeClr val="accent1"/>
                </a:solidFill>
                <a:latin typeface="微软雅黑" panose="020B0503020204020204" pitchFamily="34" charset="-122"/>
                <a:ea typeface="微软雅黑" panose="020B0503020204020204" pitchFamily="34" charset="-122"/>
              </a:rPr>
              <a:t>tryByzantineForCTX</a:t>
            </a:r>
            <a:r>
              <a:rPr lang="en-US" altLang="zh-CN" sz="1600" b="1" dirty="0">
                <a:solidFill>
                  <a:schemeClr val="accent1"/>
                </a:solidFill>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lvl="2">
              <a:lnSpc>
                <a:spcPct val="150000"/>
              </a:lnSpc>
            </a:pPr>
            <a:r>
              <a:rPr lang="en-US" altLang="zh-CN" sz="1600" b="1" dirty="0">
                <a:latin typeface="微软雅黑" panose="020B0503020204020204" pitchFamily="34" charset="-122"/>
                <a:ea typeface="微软雅黑" panose="020B0503020204020204" pitchFamily="34" charset="-122"/>
              </a:rPr>
              <a:t>            c1. </a:t>
            </a:r>
            <a:r>
              <a:rPr lang="zh-CN" altLang="en-US" sz="1600" b="1" dirty="0">
                <a:latin typeface="微软雅黑" panose="020B0503020204020204" pitchFamily="34" charset="-122"/>
                <a:ea typeface="微软雅黑" panose="020B0503020204020204" pitchFamily="34" charset="-122"/>
              </a:rPr>
              <a:t>使用额外</a:t>
            </a:r>
            <a:r>
              <a:rPr lang="en-US" altLang="zh-CN" sz="1600" b="1" dirty="0" err="1">
                <a:latin typeface="微软雅黑" panose="020B0503020204020204" pitchFamily="34" charset="-122"/>
                <a:ea typeface="微软雅黑" panose="020B0503020204020204" pitchFamily="34" charset="-122"/>
              </a:rPr>
              <a:t>bzreqStore</a:t>
            </a:r>
            <a:r>
              <a:rPr lang="zh-CN" altLang="en-US" sz="1600" b="1" dirty="0">
                <a:latin typeface="微软雅黑" panose="020B0503020204020204" pitchFamily="34" charset="-122"/>
                <a:ea typeface="微软雅黑" panose="020B0503020204020204" pitchFamily="34" charset="-122"/>
              </a:rPr>
              <a:t>暂存计划抢注的交易</a:t>
            </a:r>
            <a:r>
              <a:rPr lang="en-US" altLang="zh-CN" sz="1600" b="1" dirty="0">
                <a:latin typeface="微软雅黑" panose="020B0503020204020204" pitchFamily="34" charset="-122"/>
                <a:ea typeface="微软雅黑" panose="020B0503020204020204" pitchFamily="34" charset="-122"/>
              </a:rPr>
              <a:t> (</a:t>
            </a:r>
            <a:r>
              <a:rPr lang="en-US" altLang="zh-CN" sz="1600" b="1" dirty="0" err="1">
                <a:solidFill>
                  <a:schemeClr val="accent1"/>
                </a:solidFill>
                <a:latin typeface="微软雅黑" panose="020B0503020204020204" pitchFamily="34" charset="-122"/>
                <a:ea typeface="微软雅黑" panose="020B0503020204020204" pitchFamily="34" charset="-122"/>
              </a:rPr>
              <a:t>requeststore.go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bzrequestStore</a:t>
            </a:r>
            <a:r>
              <a:rPr lang="en-US" altLang="zh-CN" sz="1600" b="1" dirty="0">
                <a:latin typeface="微软雅黑" panose="020B0503020204020204" pitchFamily="34" charset="-122"/>
                <a:ea typeface="微软雅黑" panose="020B0503020204020204" pitchFamily="34" charset="-122"/>
              </a:rPr>
              <a:t>)</a:t>
            </a:r>
          </a:p>
          <a:p>
            <a:pPr lvl="2">
              <a:lnSpc>
                <a:spcPct val="150000"/>
              </a:lnSpc>
            </a:pPr>
            <a:r>
              <a:rPr lang="en-US" altLang="zh-CN" sz="1600" b="1" dirty="0">
                <a:latin typeface="微软雅黑" panose="020B0503020204020204" pitchFamily="34" charset="-122"/>
                <a:ea typeface="微软雅黑" panose="020B0503020204020204" pitchFamily="34" charset="-122"/>
              </a:rPr>
              <a:t>            c2. </a:t>
            </a:r>
            <a:r>
              <a:rPr lang="zh-CN" altLang="en-US" sz="1600" b="1" dirty="0">
                <a:latin typeface="微软雅黑" panose="020B0503020204020204" pitchFamily="34" charset="-122"/>
                <a:ea typeface="微软雅黑" panose="020B0503020204020204" pitchFamily="34" charset="-122"/>
              </a:rPr>
              <a:t>开启</a:t>
            </a:r>
            <a:r>
              <a:rPr lang="en-US" altLang="zh-CN" sz="1600" b="1" dirty="0">
                <a:latin typeface="微软雅黑" panose="020B0503020204020204" pitchFamily="34" charset="-122"/>
                <a:ea typeface="微软雅黑" panose="020B0503020204020204" pitchFamily="34" charset="-122"/>
              </a:rPr>
              <a:t>nonce</a:t>
            </a:r>
            <a:r>
              <a:rPr lang="zh-CN" altLang="en-US" sz="1600" b="1" dirty="0">
                <a:latin typeface="微软雅黑" panose="020B0503020204020204" pitchFamily="34" charset="-122"/>
                <a:ea typeface="微软雅黑" panose="020B0503020204020204" pitchFamily="34" charset="-122"/>
              </a:rPr>
              <a:t>计算协程，计算完毕后发起自己的抢注交易（需要时间）（</a:t>
            </a:r>
            <a:r>
              <a:rPr lang="en-US" altLang="zh-CN" sz="1600" b="1" dirty="0" err="1">
                <a:solidFill>
                  <a:schemeClr val="accent1"/>
                </a:solidFill>
                <a:latin typeface="微软雅黑" panose="020B0503020204020204" pitchFamily="34" charset="-122"/>
                <a:ea typeface="微软雅黑" panose="020B0503020204020204" pitchFamily="34" charset="-122"/>
              </a:rPr>
              <a:t>batch.go</a:t>
            </a:r>
            <a:r>
              <a:rPr lang="en-US" altLang="zh-CN" sz="1600" b="1" dirty="0">
                <a:solidFill>
                  <a:schemeClr val="accent1"/>
                </a:solidFill>
                <a:latin typeface="微软雅黑" panose="020B0503020204020204" pitchFamily="34" charset="-122"/>
                <a:ea typeface="微软雅黑" panose="020B0503020204020204" pitchFamily="34" charset="-122"/>
              </a:rPr>
              <a:t>/</a:t>
            </a:r>
            <a:r>
              <a:rPr lang="en-US" altLang="zh-CN" sz="1600" b="1" dirty="0" err="1">
                <a:solidFill>
                  <a:schemeClr val="accent1"/>
                </a:solidFill>
                <a:latin typeface="微软雅黑" panose="020B0503020204020204" pitchFamily="34" charset="-122"/>
                <a:ea typeface="微软雅黑" panose="020B0503020204020204" pitchFamily="34" charset="-122"/>
              </a:rPr>
              <a:t>getNonce,makeTxByPow</a:t>
            </a:r>
            <a:r>
              <a:rPr lang="en-US" altLang="zh-CN" sz="1600" b="1" dirty="0">
                <a:latin typeface="微软雅黑" panose="020B0503020204020204" pitchFamily="34" charset="-122"/>
                <a:ea typeface="微软雅黑" panose="020B0503020204020204" pitchFamily="34" charset="-122"/>
              </a:rPr>
              <a:t>)</a:t>
            </a:r>
          </a:p>
          <a:p>
            <a:pPr lvl="2">
              <a:lnSpc>
                <a:spcPct val="150000"/>
              </a:lnSpc>
            </a:pPr>
            <a:r>
              <a:rPr lang="en-US" altLang="zh-CN" sz="1600" b="1" dirty="0">
                <a:latin typeface="微软雅黑" panose="020B0503020204020204" pitchFamily="34" charset="-122"/>
                <a:ea typeface="微软雅黑" panose="020B0503020204020204" pitchFamily="34" charset="-122"/>
              </a:rPr>
              <a:t>     d. </a:t>
            </a:r>
            <a:r>
              <a:rPr lang="zh-CN" altLang="en-US" sz="1600" b="1" dirty="0">
                <a:latin typeface="微软雅黑" panose="020B0503020204020204" pitchFamily="34" charset="-122"/>
                <a:ea typeface="微软雅黑" panose="020B0503020204020204" pitchFamily="34" charset="-122"/>
              </a:rPr>
              <a:t>由于存在时间差，抢注交易大概率晚于原交易被执行</a:t>
            </a:r>
            <a:endParaRPr lang="en-US" altLang="zh-CN" sz="1600" b="1" dirty="0">
              <a:latin typeface="微软雅黑" panose="020B0503020204020204" pitchFamily="34" charset="-122"/>
              <a:ea typeface="微软雅黑" panose="020B0503020204020204" pitchFamily="34" charset="-122"/>
            </a:endParaRPr>
          </a:p>
          <a:p>
            <a:pPr lvl="2">
              <a:lnSpc>
                <a:spcPct val="150000"/>
              </a:lnSpc>
            </a:pPr>
            <a:r>
              <a:rPr lang="en-US" altLang="zh-CN" sz="1600" b="1" dirty="0">
                <a:latin typeface="微软雅黑" panose="020B0503020204020204" pitchFamily="34" charset="-122"/>
                <a:ea typeface="微软雅黑" panose="020B0503020204020204" pitchFamily="34" charset="-122"/>
              </a:rPr>
              <a:t>3.  </a:t>
            </a:r>
            <a:r>
              <a:rPr lang="zh-CN" altLang="en-US" sz="1600" b="1" dirty="0">
                <a:latin typeface="微软雅黑" panose="020B0503020204020204" pitchFamily="34" charset="-122"/>
                <a:ea typeface="微软雅黑" panose="020B0503020204020204" pitchFamily="34" charset="-122"/>
              </a:rPr>
              <a:t>链码验证</a:t>
            </a:r>
            <a:r>
              <a:rPr lang="en-US" altLang="zh-CN" sz="1600" b="1" dirty="0">
                <a:latin typeface="微软雅黑" panose="020B0503020204020204" pitchFamily="34" charset="-122"/>
                <a:ea typeface="微软雅黑" panose="020B0503020204020204" pitchFamily="34" charset="-122"/>
              </a:rPr>
              <a:t>pow</a:t>
            </a:r>
            <a:r>
              <a:rPr lang="zh-CN" altLang="en-US" sz="1600" b="1" dirty="0">
                <a:latin typeface="微软雅黑" panose="020B0503020204020204" pitchFamily="34" charset="-122"/>
                <a:ea typeface="微软雅黑" panose="020B0503020204020204" pitchFamily="34" charset="-122"/>
              </a:rPr>
              <a:t>证明</a:t>
            </a:r>
            <a:endParaRPr lang="en-US" altLang="zh-CN"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39614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 hasCustomPrompt="1"/>
          </p:nvPr>
        </p:nvSpPr>
        <p:spPr>
          <a:prstGeom prst="rect">
            <a:avLst/>
          </a:prstGeom>
        </p:spPr>
        <p:txBody>
          <a:bodyPr lIns="0" tIns="0" rIns="0" bIns="0"/>
          <a:lstStyle>
            <a:lvl1pPr algn="l">
              <a:lnSpc>
                <a:spcPct val="125000"/>
              </a:lnSpc>
              <a:defRPr sz="4400" b="1" i="0" u="none" strike="noStrike">
                <a:solidFill>
                  <a:srgbClr val="1F2329">
                    <a:alpha val="100000"/>
                  </a:srgbClr>
                </a:solidFill>
                <a:latin typeface="Noto Sans SC"/>
              </a:defRPr>
            </a:lvl1pPr>
          </a:lstStyle>
          <a:p>
            <a:pPr indent="0" algn="l">
              <a:lnSpc>
                <a:spcPct val="125000"/>
              </a:lnSpc>
            </a:pPr>
            <a:r>
              <a:rPr lang="en-US" sz="4400" b="1" i="0" u="none" strike="noStrike">
                <a:solidFill>
                  <a:srgbClr val="1F2329"/>
                </a:solidFill>
                <a:latin typeface="Noto Sans SC"/>
                <a:ea typeface="Noto Sans SC"/>
                <a:cs typeface="Noto Sans SC"/>
                <a:sym typeface="Noto Sans SC"/>
              </a:rPr>
              <a:t>链码 ChainCode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422889" y="785857"/>
            <a:ext cx="6267899" cy="4568439"/>
          </a:xfrm>
          <a:prstGeom prst="rect">
            <a:avLst/>
          </a:prstGeom>
          <a:ln>
            <a:noFill/>
            <a:prstDash val="solid"/>
          </a:ln>
        </p:spPr>
      </p:pic>
      <p:sp>
        <p:nvSpPr>
          <p:cNvPr id="3" name="AutoShape 3"/>
          <p:cNvSpPr/>
          <p:nvPr/>
        </p:nvSpPr>
        <p:spPr>
          <a:xfrm>
            <a:off x="7014673" y="1734796"/>
            <a:ext cx="4717150" cy="36195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br>
              <a:rPr lang="en-US" sz="1600" b="0" i="0" u="none" strike="noStrike">
                <a:solidFill>
                  <a:srgbClr val="1F2329"/>
                </a:solidFill>
              </a:rPr>
            </a:br>
            <a:r>
              <a:rPr lang="en-US" sz="1600" b="0" i="0" u="none" strike="noStrike">
                <a:solidFill>
                  <a:srgbClr val="1F2329"/>
                </a:solidFill>
              </a:rPr>
              <a:t>基于联盟链的顶级域名解析与管理系统的主要目的是实现分布式的顶级域名管理与解析。联盟链节点由现有的根域中的</a:t>
            </a:r>
            <a:r>
              <a:rPr lang="en-US" sz="1600" b="0" i="0" u="none" strike="noStrike">
                <a:solidFill>
                  <a:srgbClr val="1F2329"/>
                </a:solidFill>
                <a:latin typeface="Times New Roman, serif"/>
                <a:ea typeface="Times New Roman, serif"/>
                <a:cs typeface="Times New Roman, serif"/>
                <a:sym typeface="Times New Roman, serif"/>
              </a:rPr>
              <a:t>gTLD</a:t>
            </a:r>
            <a:r>
              <a:rPr lang="en-US" sz="1600" b="0" i="0" u="none" strike="noStrike">
                <a:solidFill>
                  <a:srgbClr val="1F2329"/>
                </a:solidFill>
              </a:rPr>
              <a:t>、</a:t>
            </a:r>
            <a:r>
              <a:rPr lang="en-US" sz="1600" b="0" i="0" u="none" strike="noStrike">
                <a:solidFill>
                  <a:srgbClr val="1F2329"/>
                </a:solidFill>
                <a:latin typeface="Times New Roman, serif"/>
                <a:ea typeface="Times New Roman, serif"/>
                <a:cs typeface="Times New Roman, serif"/>
                <a:sym typeface="Times New Roman, serif"/>
              </a:rPr>
              <a:t>ccTLD</a:t>
            </a:r>
            <a:r>
              <a:rPr lang="en-US" sz="1600" b="0" i="0" u="none" strike="noStrike">
                <a:solidFill>
                  <a:srgbClr val="1F2329"/>
                </a:solidFill>
              </a:rPr>
              <a:t>和</a:t>
            </a:r>
            <a:r>
              <a:rPr lang="en-US" sz="1600" b="0" i="0" u="none" strike="noStrike">
                <a:solidFill>
                  <a:srgbClr val="1F2329"/>
                </a:solidFill>
                <a:latin typeface="Times New Roman, serif"/>
                <a:ea typeface="Times New Roman, serif"/>
                <a:cs typeface="Times New Roman, serif"/>
                <a:sym typeface="Times New Roman, serif"/>
              </a:rPr>
              <a:t>new</a:t>
            </a:r>
            <a:br>
              <a:rPr lang="en-US" sz="1600" b="0" i="0" u="none" strike="noStrike">
                <a:solidFill>
                  <a:srgbClr val="1F2329"/>
                </a:solidFill>
              </a:rPr>
            </a:br>
            <a:r>
              <a:rPr lang="en-US" sz="1600" b="0" i="0" u="none" strike="noStrike">
                <a:solidFill>
                  <a:srgbClr val="1F2329"/>
                </a:solidFill>
                <a:latin typeface="Times New Roman, serif"/>
                <a:ea typeface="Times New Roman, serif"/>
                <a:cs typeface="Times New Roman, serif"/>
                <a:sym typeface="Times New Roman, serif"/>
              </a:rPr>
              <a:t>gTLD</a:t>
            </a:r>
            <a:r>
              <a:rPr lang="en-US" sz="1600" b="0" i="0" u="none" strike="noStrike">
                <a:solidFill>
                  <a:srgbClr val="1F2329"/>
                </a:solidFill>
              </a:rPr>
              <a:t>对应的国家和机构担任，</a:t>
            </a:r>
            <a:br>
              <a:rPr lang="en-US" sz="1600" b="0" i="0" u="none" strike="noStrike">
                <a:solidFill>
                  <a:srgbClr val="1F2329"/>
                </a:solidFill>
              </a:rPr>
            </a:br>
            <a:r>
              <a:rPr lang="en-US" sz="1600" b="0" i="0" u="none" strike="noStrike">
                <a:solidFill>
                  <a:srgbClr val="1F2329"/>
                </a:solidFill>
              </a:rPr>
              <a:t>机构用户可以通过系统完成对顶级域名的增、删、改、查操作。出现问题时，区块链防篡改、可溯源的特性可以实现问题排查可责任追究。
</a:t>
            </a:r>
            <a:br>
              <a:rPr lang="en-US" sz="1600" b="0" i="0" u="none" strike="noStrike">
                <a:solidFill>
                  <a:srgbClr val="1F2329"/>
                </a:solidFill>
              </a:rPr>
            </a:br>
            <a:br>
              <a:rPr lang="en-US" sz="1600" b="0" i="0" u="none" strike="noStrike">
                <a:solidFill>
                  <a:srgbClr val="1F2329"/>
                </a:solidFill>
              </a:rPr>
            </a:b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0318" y="153112"/>
            <a:ext cx="26035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智能合约 &gt; 链码介绍</a:t>
            </a:r>
            <a:endParaRPr lang="en-US" sz="1100"/>
          </a:p>
        </p:txBody>
      </p:sp>
      <p:sp>
        <p:nvSpPr>
          <p:cNvPr id="3" name="AutoShape 3"/>
          <p:cNvSpPr/>
          <p:nvPr/>
        </p:nvSpPr>
        <p:spPr>
          <a:xfrm>
            <a:off x="1545364" y="971550"/>
            <a:ext cx="8775700" cy="17907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1600" b="0" i="0" u="none" strike="noStrike">
                <a:solidFill>
                  <a:srgbClr val="010101"/>
                </a:solidFill>
                <a:highlight>
                  <a:srgbClr val="FFFFFF">
                    <a:alpha val="0"/>
                  </a:srgbClr>
                </a:highlight>
                <a:latin typeface="Lato, proxima-nova, Helvetica Neue, Arial, sans-serif"/>
                <a:ea typeface="Lato, proxima-nova, Helvetica Neue, Arial, sans-serif"/>
                <a:cs typeface="Lato, proxima-nova, Helvetica Neue, Arial, sans-serif"/>
                <a:sym typeface="Lato, proxima-nova, Helvetica Neue, Arial, sans-serif"/>
              </a:rPr>
              <a:t>     链码是一段程序，由 Go 、 node.js 、或者 Java 编写，来实现一些预定义的接口。链码运行在一个和背书节点分开的独立进程中，通过应用程序提交的交易来初始化和管理账本状态。             Init 、 Invoke 和 Query  三个函数是 Hyperledger Fabric 链码接口（Chaincode Interface）的核心组成部分 ，由 Fabric 的 shim 包定义和提供。实现一个链码的时候必须实现下面三个方法。</a:t>
            </a:r>
            <a:endParaRPr lang="en-US" sz="1100"/>
          </a:p>
        </p:txBody>
      </p:sp>
      <p:pic>
        <p:nvPicPr>
          <p:cNvPr id="4" name="Picture 4"/>
          <p:cNvPicPr>
            <a:picLocks noChangeAspect="1"/>
          </p:cNvPicPr>
          <p:nvPr/>
        </p:nvPicPr>
        <p:blipFill>
          <a:blip r:embed="rId3"/>
          <a:stretch>
            <a:fillRect/>
          </a:stretch>
        </p:blipFill>
        <p:spPr>
          <a:xfrm>
            <a:off x="1161707" y="2619820"/>
            <a:ext cx="9868586" cy="3267042"/>
          </a:xfrm>
          <a:prstGeom prst="rect">
            <a:avLst/>
          </a:prstGeom>
          <a:ln>
            <a:noFill/>
            <a:prstDash val="solid"/>
          </a:ln>
        </p:spPr>
      </p:pic>
      <p:sp>
        <p:nvSpPr>
          <p:cNvPr id="5" name="AutoShape 5"/>
          <p:cNvSpPr/>
          <p:nvPr/>
        </p:nvSpPr>
        <p:spPr>
          <a:xfrm>
            <a:off x="2051550" y="5886862"/>
            <a:ext cx="7924800" cy="901700"/>
          </a:xfrm>
          <a:prstGeom prst="rect">
            <a:avLst/>
          </a:prstGeom>
          <a:noFill/>
          <a:ln w="12700">
            <a:noFill/>
            <a:prstDash val="solid"/>
          </a:ln>
        </p:spPr>
        <p:txBody>
          <a:bodyPr wrap="square" lIns="127000" tIns="127000" rIns="127000" bIns="127000" rtlCol="0" anchor="ctr">
            <a:noAutofit/>
          </a:bodyPr>
          <a:lstStyle/>
          <a:p>
            <a:pPr indent="0" algn="l">
              <a:lnSpc>
                <a:spcPct val="133333"/>
              </a:lnSpc>
              <a:defRPr/>
            </a:pPr>
            <a:r>
              <a:rPr lang="en-US" sz="1600" b="0" i="0" u="none" strike="noStrike">
                <a:solidFill>
                  <a:srgbClr val="1F2329"/>
                </a:solidFill>
              </a:rPr>
              <a:t>官方链码示例：https://github.com/hyperledger/fabric/tree/v0.6/examples/chaincode</a:t>
            </a:r>
            <a:endParaRPr lang="en-US" sz="1100"/>
          </a:p>
          <a:p>
            <a:pPr indent="0" algn="l">
              <a:lnSpc>
                <a:spcPct val="133333"/>
              </a:lnSpc>
            </a:pPr>
            <a:r>
              <a:rPr lang="en-US" sz="1600" b="0" i="0" u="none" strike="noStrike">
                <a:solidFill>
                  <a:srgbClr val="1F2329"/>
                </a:solidFill>
              </a:rPr>
              <a:t>官方链码开发指南：https://hlf.readthedocs.io/en/v0.6/Setup/Chaincode-setup.html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303585" y="319587"/>
          <a:ext cx="11615854" cy="6376793"/>
        </p:xfrm>
        <a:graphic>
          <a:graphicData uri="http://schemas.openxmlformats.org/drawingml/2006/table">
            <a:tbl>
              <a:tblPr>
                <a:effectLst/>
              </a:tblPr>
              <a:tblGrid>
                <a:gridCol w="1124545">
                  <a:extLst>
                    <a:ext uri="{9D8B030D-6E8A-4147-A177-3AD203B41FA5}">
                      <a16:colId xmlns:a16="http://schemas.microsoft.com/office/drawing/2014/main" val="20000"/>
                    </a:ext>
                  </a:extLst>
                </a:gridCol>
                <a:gridCol w="3862435">
                  <a:extLst>
                    <a:ext uri="{9D8B030D-6E8A-4147-A177-3AD203B41FA5}">
                      <a16:colId xmlns:a16="http://schemas.microsoft.com/office/drawing/2014/main" val="20001"/>
                    </a:ext>
                  </a:extLst>
                </a:gridCol>
                <a:gridCol w="3465262">
                  <a:extLst>
                    <a:ext uri="{9D8B030D-6E8A-4147-A177-3AD203B41FA5}">
                      <a16:colId xmlns:a16="http://schemas.microsoft.com/office/drawing/2014/main" val="20002"/>
                    </a:ext>
                  </a:extLst>
                </a:gridCol>
                <a:gridCol w="3163612">
                  <a:extLst>
                    <a:ext uri="{9D8B030D-6E8A-4147-A177-3AD203B41FA5}">
                      <a16:colId xmlns:a16="http://schemas.microsoft.com/office/drawing/2014/main" val="20003"/>
                    </a:ext>
                  </a:extLst>
                </a:gridCol>
              </a:tblGrid>
              <a:tr h="508000">
                <a:tc>
                  <a:txBody>
                    <a:bodyPr/>
                    <a:lstStyle/>
                    <a:p>
                      <a:pPr indent="0" algn="ctr">
                        <a:lnSpc>
                          <a:spcPct val="116666"/>
                        </a:lnSpc>
                        <a:defRPr/>
                      </a:pPr>
                      <a:r>
                        <a:rPr lang="en-US" sz="1400" b="1" i="0" u="none" strike="noStrike">
                          <a:solidFill>
                            <a:srgbClr val="000000"/>
                          </a:solidFill>
                        </a:rPr>
                        <a:t>特性</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solidFill>
                      <a:srgbClr val="D0D3D6">
                        <a:alpha val="100000"/>
                      </a:srgbClr>
                    </a:solidFill>
                  </a:tcPr>
                </a:tc>
                <a:tc>
                  <a:txBody>
                    <a:bodyPr/>
                    <a:lstStyle/>
                    <a:p>
                      <a:pPr indent="0" algn="ctr">
                        <a:lnSpc>
                          <a:spcPct val="116666"/>
                        </a:lnSpc>
                        <a:defRPr/>
                      </a:pPr>
                      <a:r>
                        <a:rPr lang="en-US" sz="1400" b="1" i="0" u="none" strike="noStrike">
                          <a:solidFill>
                            <a:srgbClr val="000000"/>
                          </a:solidFill>
                        </a:rPr>
                        <a:t>Init 函数</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solidFill>
                      <a:srgbClr val="D0D3D6">
                        <a:alpha val="100000"/>
                      </a:srgbClr>
                    </a:solidFill>
                  </a:tcPr>
                </a:tc>
                <a:tc>
                  <a:txBody>
                    <a:bodyPr/>
                    <a:lstStyle/>
                    <a:p>
                      <a:pPr indent="0" algn="ctr">
                        <a:lnSpc>
                          <a:spcPct val="116666"/>
                        </a:lnSpc>
                        <a:defRPr/>
                      </a:pPr>
                      <a:r>
                        <a:rPr lang="en-US" sz="1400" b="1" i="0" u="none" strike="noStrike">
                          <a:solidFill>
                            <a:srgbClr val="000000"/>
                          </a:solidFill>
                        </a:rPr>
                        <a:t>Invoke 函数</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solidFill>
                      <a:srgbClr val="D0D3D6">
                        <a:alpha val="100000"/>
                      </a:srgbClr>
                    </a:solidFill>
                  </a:tcPr>
                </a:tc>
                <a:tc>
                  <a:txBody>
                    <a:bodyPr/>
                    <a:lstStyle/>
                    <a:p>
                      <a:pPr indent="0" algn="ctr">
                        <a:lnSpc>
                          <a:spcPct val="116666"/>
                        </a:lnSpc>
                        <a:defRPr/>
                      </a:pPr>
                      <a:r>
                        <a:rPr lang="en-US" sz="1400" b="1" i="0" u="none" strike="noStrike">
                          <a:solidFill>
                            <a:srgbClr val="000000"/>
                          </a:solidFill>
                        </a:rPr>
                        <a:t>Query 函数</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solidFill>
                      <a:srgbClr val="D0D3D6">
                        <a:alpha val="100000"/>
                      </a:srgbClr>
                    </a:solidFill>
                  </a:tcPr>
                </a:tc>
                <a:extLst>
                  <a:ext uri="{0D108BD9-81ED-4DB2-BD59-A6C34878D82A}">
                    <a16:rowId xmlns:a16="http://schemas.microsoft.com/office/drawing/2014/main" val="10000"/>
                  </a:ext>
                </a:extLst>
              </a:tr>
              <a:tr h="749565">
                <a:tc>
                  <a:txBody>
                    <a:bodyPr/>
                    <a:lstStyle/>
                    <a:p>
                      <a:pPr indent="0" algn="ctr">
                        <a:lnSpc>
                          <a:spcPct val="116666"/>
                        </a:lnSpc>
                        <a:defRPr/>
                      </a:pPr>
                      <a:r>
                        <a:rPr lang="en-US" sz="1400" b="1" i="0" u="none" strike="noStrike">
                          <a:solidFill>
                            <a:srgbClr val="000000"/>
                          </a:solidFill>
                        </a:rPr>
                        <a:t>主要目的</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solidFill>
                      <a:srgbClr val="DDDEDF">
                        <a:alpha val="100000"/>
                      </a:srgbClr>
                    </a:solidFill>
                  </a:tcPr>
                </a:tc>
                <a:tc>
                  <a:txBody>
                    <a:bodyPr/>
                    <a:lstStyle/>
                    <a:p>
                      <a:pPr indent="0" algn="ctr">
                        <a:lnSpc>
                          <a:spcPct val="116666"/>
                        </a:lnSpc>
                        <a:defRPr/>
                      </a:pPr>
                      <a:r>
                        <a:rPr lang="en-US" sz="1400" b="0" i="0" u="none" strike="noStrike">
                          <a:solidFill>
                            <a:srgbClr val="000000"/>
                          </a:solidFill>
                        </a:rPr>
                        <a:t>初始化链码状态（如创建表、设置初始数据、注册初始用户等）</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执行会改变账本状态的交易（创建、更新、删除数据）</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执行只读的账本查询，读取数据</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1"/>
                  </a:ext>
                </a:extLst>
              </a:tr>
              <a:tr h="749565">
                <a:tc>
                  <a:txBody>
                    <a:bodyPr/>
                    <a:lstStyle/>
                    <a:p>
                      <a:pPr indent="0" algn="ctr">
                        <a:lnSpc>
                          <a:spcPct val="116666"/>
                        </a:lnSpc>
                        <a:defRPr/>
                      </a:pPr>
                      <a:r>
                        <a:rPr lang="en-US" sz="1400" b="1" i="0" u="none" strike="noStrike">
                          <a:solidFill>
                            <a:srgbClr val="000000"/>
                          </a:solidFill>
                        </a:rPr>
                        <a:t>调用时机</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solidFill>
                      <a:srgbClr val="DDDEDF">
                        <a:alpha val="100000"/>
                      </a:srgbClr>
                    </a:solidFill>
                  </a:tcPr>
                </a:tc>
                <a:tc>
                  <a:txBody>
                    <a:bodyPr/>
                    <a:lstStyle/>
                    <a:p>
                      <a:pPr indent="0" algn="ctr">
                        <a:lnSpc>
                          <a:spcPct val="116666"/>
                        </a:lnSpc>
                        <a:defRPr/>
                      </a:pPr>
                      <a:r>
                        <a:rPr lang="en-US" sz="1400" b="0" i="0" u="none" strike="noStrike">
                          <a:solidFill>
                            <a:srgbClr val="000000"/>
                          </a:solidFill>
                        </a:rPr>
                        <a:t>链码实例化（instantiate）或升级（upgrade）时由 Fabric 网络自动调用</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客户端应用或其他链码通过 SDK/CLI 发起交易提案时调用</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客户端应用或其他链码通过 SDK/CLI 发起查询提案时调用</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2"/>
                  </a:ext>
                </a:extLst>
              </a:tr>
              <a:tr h="1118198">
                <a:tc>
                  <a:txBody>
                    <a:bodyPr/>
                    <a:lstStyle/>
                    <a:p>
                      <a:pPr indent="0" algn="ctr">
                        <a:lnSpc>
                          <a:spcPct val="116666"/>
                        </a:lnSpc>
                        <a:defRPr/>
                      </a:pPr>
                      <a:r>
                        <a:rPr lang="en-US" sz="1400" b="1" i="0" u="none" strike="noStrike">
                          <a:solidFill>
                            <a:srgbClr val="000000"/>
                          </a:solidFill>
                        </a:rPr>
                        <a:t>调用者</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solidFill>
                      <a:srgbClr val="DDDEDF">
                        <a:alpha val="100000"/>
                      </a:srgbClr>
                    </a:solidFill>
                  </a:tcPr>
                </a:tc>
                <a:tc>
                  <a:txBody>
                    <a:bodyPr/>
                    <a:lstStyle/>
                    <a:p>
                      <a:pPr indent="0" algn="ctr">
                        <a:lnSpc>
                          <a:spcPct val="116666"/>
                        </a:lnSpc>
                        <a:defRPr/>
                      </a:pPr>
                      <a:r>
                        <a:rPr lang="en-US" sz="1400" b="0" i="0" u="none" strike="noStrike">
                          <a:solidFill>
                            <a:srgbClr val="000000"/>
                          </a:solidFill>
                        </a:rPr>
                        <a:t>Fabric 网络（Peer 节点），由管理员通过 CLI（如 peer chaincode instantiate/upgrade）或 SDK 触发</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客户端应用程序（SDK 发起）或另一条链码（通过 stub.InvokeChaincode）</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客户端应用程序（SDK 发起）或另一条链码（通过 stub.InvokeChaincode）</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3"/>
                  </a:ext>
                </a:extLst>
              </a:tr>
              <a:tr h="508000">
                <a:tc>
                  <a:txBody>
                    <a:bodyPr/>
                    <a:lstStyle/>
                    <a:p>
                      <a:pPr indent="0" algn="ctr">
                        <a:lnSpc>
                          <a:spcPct val="116666"/>
                        </a:lnSpc>
                        <a:defRPr/>
                      </a:pPr>
                      <a:r>
                        <a:rPr lang="en-US" sz="1400" b="1" i="0" u="none" strike="noStrike">
                          <a:solidFill>
                            <a:srgbClr val="000000"/>
                          </a:solidFill>
                        </a:rPr>
                        <a:t>对账本影响</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solidFill>
                      <a:srgbClr val="DDDEDF">
                        <a:alpha val="100000"/>
                      </a:srgbClr>
                    </a:solidFill>
                  </a:tcPr>
                </a:tc>
                <a:tc>
                  <a:txBody>
                    <a:bodyPr/>
                    <a:lstStyle/>
                    <a:p>
                      <a:pPr indent="0" algn="ctr">
                        <a:lnSpc>
                          <a:spcPct val="116666"/>
                        </a:lnSpc>
                        <a:defRPr/>
                      </a:pPr>
                      <a:r>
                        <a:rPr lang="en-US" sz="1400" b="0" i="0" u="none" strike="noStrike">
                          <a:solidFill>
                            <a:srgbClr val="000000"/>
                          </a:solidFill>
                        </a:rPr>
                        <a:t>写入初始状态</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修改账本状态</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不修改账本状态，只读</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4"/>
                  </a:ext>
                </a:extLst>
              </a:tr>
              <a:tr h="749300">
                <a:tc>
                  <a:txBody>
                    <a:bodyPr/>
                    <a:lstStyle/>
                    <a:p>
                      <a:pPr indent="0" algn="ctr">
                        <a:lnSpc>
                          <a:spcPct val="116666"/>
                        </a:lnSpc>
                        <a:defRPr/>
                      </a:pPr>
                      <a:r>
                        <a:rPr lang="en-US" sz="1400" b="1" i="0" u="none" strike="noStrike">
                          <a:solidFill>
                            <a:srgbClr val="000000"/>
                          </a:solidFill>
                        </a:rPr>
                        <a:t>返回值</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solidFill>
                      <a:srgbClr val="DDDEDF">
                        <a:alpha val="100000"/>
                      </a:srgbClr>
                    </a:solidFill>
                  </a:tcPr>
                </a:tc>
                <a:tc>
                  <a:txBody>
                    <a:bodyPr/>
                    <a:lstStyle/>
                    <a:p>
                      <a:pPr indent="0" algn="ctr">
                        <a:lnSpc>
                          <a:spcPct val="116666"/>
                        </a:lnSpc>
                        <a:defRPr/>
                      </a:pPr>
                      <a:r>
                        <a:rPr lang="en-US" sz="1400" b="0" i="0" u="none" strike="noStrike">
                          <a:solidFill>
                            <a:srgbClr val="000000"/>
                          </a:solidFill>
                        </a:rPr>
                        <a:t>([]byte, error)，通常返回成功或失败信息</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([]byte, error)，返回交易结果或交易 ID 及错误信息</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([]byte, error)，返回查询结果或错误信息</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5"/>
                  </a:ext>
                </a:extLst>
              </a:tr>
              <a:tr h="749565">
                <a:tc>
                  <a:txBody>
                    <a:bodyPr/>
                    <a:lstStyle/>
                    <a:p>
                      <a:pPr indent="0" algn="ctr">
                        <a:lnSpc>
                          <a:spcPct val="116666"/>
                        </a:lnSpc>
                        <a:defRPr/>
                      </a:pPr>
                      <a:r>
                        <a:rPr lang="en-US" sz="1400" b="1" i="0" u="none" strike="noStrike">
                          <a:solidFill>
                            <a:srgbClr val="000000"/>
                          </a:solidFill>
                        </a:rPr>
                        <a:t>执行流程</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solidFill>
                      <a:srgbClr val="DDDEDF">
                        <a:alpha val="100000"/>
                      </a:srgbClr>
                    </a:solidFill>
                  </a:tcPr>
                </a:tc>
                <a:tc>
                  <a:txBody>
                    <a:bodyPr/>
                    <a:lstStyle/>
                    <a:p>
                      <a:pPr indent="0" algn="ctr">
                        <a:lnSpc>
                          <a:spcPct val="116666"/>
                        </a:lnSpc>
                        <a:defRPr/>
                      </a:pPr>
                      <a:r>
                        <a:rPr lang="en-US" sz="1400" b="0" i="0" u="none" strike="noStrike">
                          <a:solidFill>
                            <a:srgbClr val="000000"/>
                          </a:solidFill>
                        </a:rPr>
                        <a:t>- 解析 args 并分发到初始化逻辑- 创建表或结构- 设置默认值或种子数据</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 根据 functionName 分发到具体写操作- 生成并发送交易提案- 等待背书并提交</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 根据 functionName 分发到具体读操作- 直接从 Peer 的状态数据库读取</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6"/>
                  </a:ext>
                </a:extLst>
              </a:tr>
              <a:tr h="1244600">
                <a:tc>
                  <a:txBody>
                    <a:bodyPr/>
                    <a:lstStyle/>
                    <a:p>
                      <a:pPr indent="0" algn="ctr">
                        <a:lnSpc>
                          <a:spcPct val="116666"/>
                        </a:lnSpc>
                        <a:defRPr/>
                      </a:pPr>
                      <a:r>
                        <a:rPr lang="en-US" sz="1400" b="1" i="0" u="none" strike="noStrike">
                          <a:solidFill>
                            <a:srgbClr val="000000"/>
                          </a:solidFill>
                        </a:rPr>
                        <a:t>在代码中的体现</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solidFill>
                      <a:srgbClr val="DDDEDF">
                        <a:alpha val="100000"/>
                      </a:srgbClr>
                    </a:solidFill>
                  </a:tcPr>
                </a:tc>
                <a:tc>
                  <a:txBody>
                    <a:bodyPr/>
                    <a:lstStyle/>
                    <a:p>
                      <a:pPr indent="0" algn="ctr">
                        <a:lnSpc>
                          <a:spcPct val="116666"/>
                        </a:lnSpc>
                        <a:defRPr/>
                      </a:pPr>
                      <a:r>
                        <a:rPr lang="en-US" sz="1400" b="0" i="0" u="none" strike="noStrike">
                          <a:solidFill>
                            <a:srgbClr val="000000"/>
                          </a:solidFill>
                        </a:rPr>
                        <a:t>func (t *SimpleChaincode) Init(stub shim.ChaincodeStubInterface) peer.Response</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func (t *SimpleChaincode) Invoke(stub shim.ChaincodeStubInterface) peer.Response</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16666"/>
                        </a:lnSpc>
                        <a:defRPr/>
                      </a:pPr>
                      <a:r>
                        <a:rPr lang="en-US" sz="1400" b="0" i="0" u="none" strike="noStrike">
                          <a:solidFill>
                            <a:srgbClr val="000000"/>
                          </a:solidFill>
                        </a:rPr>
                        <a:t>func (t *SimpleChaincode) Query(stub shim.ChaincodeStubInterface) peer.Response</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0318" y="153112"/>
            <a:ext cx="26035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智能合约 &gt; 代码逻辑</a:t>
            </a:r>
            <a:endParaRPr lang="en-US" sz="1100"/>
          </a:p>
        </p:txBody>
      </p:sp>
      <p:sp>
        <p:nvSpPr>
          <p:cNvPr id="3" name="AutoShape 3"/>
          <p:cNvSpPr/>
          <p:nvPr/>
        </p:nvSpPr>
        <p:spPr>
          <a:xfrm>
            <a:off x="3204673" y="229312"/>
            <a:ext cx="5939327" cy="5588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1600" b="0" i="0" u="none" strike="noStrike">
                <a:solidFill>
                  <a:srgbClr val="1F2329"/>
                </a:solidFill>
              </a:rPr>
              <a:t>代码目录：examples/chaincode/go/chaincode_dns_reslover</a:t>
            </a:r>
            <a:endParaRPr lang="en-US" sz="1100"/>
          </a:p>
        </p:txBody>
      </p:sp>
      <p:sp>
        <p:nvSpPr>
          <p:cNvPr id="4" name="AutoShape 4"/>
          <p:cNvSpPr/>
          <p:nvPr/>
        </p:nvSpPr>
        <p:spPr>
          <a:xfrm>
            <a:off x="1857227" y="716897"/>
            <a:ext cx="9652000" cy="5702300"/>
          </a:xfrm>
          <a:prstGeom prst="rect">
            <a:avLst/>
          </a:prstGeom>
          <a:noFill/>
          <a:ln w="12700">
            <a:noFill/>
            <a:prstDash val="solid"/>
          </a:ln>
        </p:spPr>
        <p:txBody>
          <a:bodyPr wrap="square" lIns="127000" tIns="127000" rIns="127000" bIns="127000" rtlCol="0" anchor="ctr">
            <a:noAutofit/>
          </a:bodyPr>
          <a:lstStyle/>
          <a:p>
            <a:pPr indent="0" algn="l">
              <a:lnSpc>
                <a:spcPct val="108333"/>
              </a:lnSpc>
              <a:defRPr/>
            </a:pPr>
            <a:r>
              <a:rPr lang="en-US" sz="1500" b="0" i="0" u="none" strike="noStrike">
                <a:solidFill>
                  <a:srgbClr val="1F2329"/>
                </a:solidFill>
                <a:latin typeface="Noto Sans SC"/>
                <a:ea typeface="Noto Sans SC"/>
                <a:cs typeface="Noto Sans SC"/>
                <a:sym typeface="Noto Sans SC"/>
              </a:rPr>
              <a:t>examples/chaincode/go/chaincode_dns_reslover/</a:t>
            </a:r>
            <a:endParaRPr lang="en-US" sz="1100"/>
          </a:p>
          <a:p>
            <a:pPr indent="0" algn="l">
              <a:lnSpc>
                <a:spcPct val="108333"/>
              </a:lnSpc>
            </a:pPr>
            <a:r>
              <a:rPr lang="en-US" sz="1500" b="0" i="0" u="none" strike="noStrike">
                <a:solidFill>
                  <a:srgbClr val="1F2329"/>
                </a:solidFill>
                <a:latin typeface="Noto Sans SC"/>
                <a:ea typeface="Noto Sans SC"/>
                <a:cs typeface="Noto Sans SC"/>
                <a:sym typeface="Noto Sans SC"/>
              </a:rPr>
              <a:t>├── chaincode_dns_reslover.go         # 链码主文件，处理Init, Invoke, Query请求，路由到各功能函数</a:t>
            </a:r>
          </a:p>
          <a:p>
            <a:pPr indent="0" algn="l">
              <a:lnSpc>
                <a:spcPct val="108333"/>
              </a:lnSpc>
            </a:pPr>
            <a:r>
              <a:rPr lang="en-US" sz="1500" b="0" i="0" u="none" strike="noStrike">
                <a:solidFill>
                  <a:srgbClr val="1F2329"/>
                </a:solidFill>
                <a:latin typeface="Noto Sans SC"/>
                <a:ea typeface="Noto Sans SC"/>
                <a:cs typeface="Noto Sans SC"/>
                <a:sym typeface="Noto Sans SC"/>
              </a:rPr>
              <a:t>├── chaincode_dns_reslover_test.go    # 主链码的单元测试</a:t>
            </a:r>
          </a:p>
          <a:p>
            <a:pPr indent="0" algn="l">
              <a:lnSpc>
                <a:spcPct val="108333"/>
              </a:lnSpc>
            </a:pPr>
            <a:r>
              <a:rPr lang="en-US" sz="1500" b="0" i="0" u="none" strike="noStrike">
                <a:solidFill>
                  <a:srgbClr val="1F2329"/>
                </a:solidFill>
                <a:latin typeface="Noto Sans SC"/>
                <a:ea typeface="Noto Sans SC"/>
                <a:cs typeface="Noto Sans SC"/>
                <a:sym typeface="Noto Sans SC"/>
              </a:rPr>
              <a:t>├── common/                             # 通用代码目录</a:t>
            </a:r>
          </a:p>
          <a:p>
            <a:pPr indent="0" algn="l">
              <a:lnSpc>
                <a:spcPct val="108333"/>
              </a:lnSpc>
            </a:pPr>
            <a:r>
              <a:rPr lang="en-US" sz="1500" b="0" i="0" u="none" strike="noStrike">
                <a:solidFill>
                  <a:srgbClr val="1F2329"/>
                </a:solidFill>
                <a:latin typeface="Noto Sans SC"/>
                <a:ea typeface="Noto Sans SC"/>
                <a:cs typeface="Noto Sans SC"/>
                <a:sym typeface="Noto Sans SC"/>
              </a:rPr>
              <a:t>│   ├── const.go                      # 定义常量 (用户、证书、DNS记录默认值等)</a:t>
            </a:r>
          </a:p>
          <a:p>
            <a:pPr indent="0" algn="l">
              <a:lnSpc>
                <a:spcPct val="108333"/>
              </a:lnSpc>
            </a:pPr>
            <a:r>
              <a:rPr lang="en-US" sz="1500" b="0" i="0" u="none" strike="noStrike">
                <a:solidFill>
                  <a:srgbClr val="1F2329"/>
                </a:solidFill>
                <a:latin typeface="Noto Sans SC"/>
                <a:ea typeface="Noto Sans SC"/>
                <a:cs typeface="Noto Sans SC"/>
                <a:sym typeface="Noto Sans SC"/>
              </a:rPr>
              <a:t>│   └── type.go                       # 定义数据结构 (TableRecord) 及相关的数据库操作辅助函数</a:t>
            </a:r>
          </a:p>
          <a:p>
            <a:pPr indent="0" algn="l">
              <a:lnSpc>
                <a:spcPct val="108333"/>
              </a:lnSpc>
            </a:pPr>
            <a:r>
              <a:rPr lang="en-US" sz="1500" b="0" i="0" u="none" strike="noStrike">
                <a:solidFill>
                  <a:srgbClr val="1F2329"/>
                </a:solidFill>
                <a:latin typeface="Noto Sans SC"/>
                <a:ea typeface="Noto Sans SC"/>
                <a:cs typeface="Noto Sans SC"/>
                <a:sym typeface="Noto Sans SC"/>
              </a:rPr>
              <a:t>├── functions/                          # 链码功能实现目录</a:t>
            </a:r>
          </a:p>
          <a:p>
            <a:pPr indent="0" algn="l">
              <a:lnSpc>
                <a:spcPct val="108333"/>
              </a:lnSpc>
            </a:pPr>
            <a:r>
              <a:rPr lang="en-US" sz="1500" b="0" i="0" u="none" strike="noStrike">
                <a:solidFill>
                  <a:srgbClr val="1F2329"/>
                </a:solidFill>
                <a:latin typeface="Noto Sans SC"/>
                <a:ea typeface="Noto Sans SC"/>
                <a:cs typeface="Noto Sans SC"/>
                <a:sym typeface="Noto Sans SC"/>
              </a:rPr>
              <a:t>│   ├── simpleDomainDelete.go         # 非顶级域名删除逻辑</a:t>
            </a:r>
          </a:p>
          <a:p>
            <a:pPr indent="0" algn="l">
              <a:lnSpc>
                <a:spcPct val="108333"/>
              </a:lnSpc>
            </a:pPr>
            <a:r>
              <a:rPr lang="en-US" sz="1500" b="0" i="0" u="none" strike="noStrike">
                <a:solidFill>
                  <a:srgbClr val="1F2329"/>
                </a:solidFill>
                <a:latin typeface="Noto Sans SC"/>
                <a:ea typeface="Noto Sans SC"/>
                <a:cs typeface="Noto Sans SC"/>
                <a:sym typeface="Noto Sans SC"/>
              </a:rPr>
              <a:t>│   ├── simpleDomainQuest.go          # 非顶级域名查询逻辑</a:t>
            </a:r>
          </a:p>
          <a:p>
            <a:pPr indent="0" algn="l">
              <a:lnSpc>
                <a:spcPct val="108333"/>
              </a:lnSpc>
            </a:pPr>
            <a:r>
              <a:rPr lang="en-US" sz="1500" b="0" i="0" u="none" strike="noStrike">
                <a:solidFill>
                  <a:srgbClr val="1F2329"/>
                </a:solidFill>
                <a:latin typeface="Noto Sans SC"/>
                <a:ea typeface="Noto Sans SC"/>
                <a:cs typeface="Noto Sans SC"/>
                <a:sym typeface="Noto Sans SC"/>
              </a:rPr>
              <a:t>│   ├── simpleDomainUpdate.go         # 非顶级域名更新逻辑</a:t>
            </a:r>
          </a:p>
          <a:p>
            <a:pPr indent="0" algn="l">
              <a:lnSpc>
                <a:spcPct val="108333"/>
              </a:lnSpc>
            </a:pPr>
            <a:r>
              <a:rPr lang="en-US" sz="1500" b="0" i="0" u="none" strike="noStrike">
                <a:solidFill>
                  <a:srgbClr val="1F2329"/>
                </a:solidFill>
                <a:latin typeface="Noto Sans SC"/>
                <a:ea typeface="Noto Sans SC"/>
                <a:cs typeface="Noto Sans SC"/>
                <a:sym typeface="Noto Sans SC"/>
              </a:rPr>
              <a:t>│   ├── topLevelDomainDelete.go       # 顶级域名删除逻辑 (链上状态)</a:t>
            </a:r>
          </a:p>
          <a:p>
            <a:pPr indent="0" algn="l">
              <a:lnSpc>
                <a:spcPct val="108333"/>
              </a:lnSpc>
            </a:pPr>
            <a:r>
              <a:rPr lang="en-US" sz="1500" b="0" i="0" u="none" strike="noStrike">
                <a:solidFill>
                  <a:srgbClr val="1F2329"/>
                </a:solidFill>
                <a:latin typeface="Noto Sans SC"/>
                <a:ea typeface="Noto Sans SC"/>
                <a:cs typeface="Noto Sans SC"/>
                <a:sym typeface="Noto Sans SC"/>
              </a:rPr>
              <a:t>│   ├── topLevelDomainResolve.go      # 顶级域名解析逻辑 (链上状态)</a:t>
            </a:r>
          </a:p>
          <a:p>
            <a:pPr indent="0" algn="l">
              <a:lnSpc>
                <a:spcPct val="108333"/>
              </a:lnSpc>
            </a:pPr>
            <a:r>
              <a:rPr lang="en-US" sz="1500" b="0" i="0" u="none" strike="noStrike">
                <a:solidFill>
                  <a:srgbClr val="1F2329"/>
                </a:solidFill>
                <a:latin typeface="Noto Sans SC"/>
                <a:ea typeface="Noto Sans SC"/>
                <a:cs typeface="Noto Sans SC"/>
                <a:sym typeface="Noto Sans SC"/>
              </a:rPr>
              <a:t>│   ├── topLevelDomainUpdate.go       # 顶级域名更新逻辑 (链上状态，含签名验证)</a:t>
            </a:r>
          </a:p>
          <a:p>
            <a:pPr indent="0" algn="l">
              <a:lnSpc>
                <a:spcPct val="108333"/>
              </a:lnSpc>
            </a:pPr>
            <a:r>
              <a:rPr lang="en-US" sz="1500" b="0" i="0" u="none" strike="noStrike">
                <a:solidFill>
                  <a:srgbClr val="1F2329"/>
                </a:solidFill>
                <a:latin typeface="Noto Sans SC"/>
                <a:ea typeface="Noto Sans SC"/>
                <a:cs typeface="Noto Sans SC"/>
                <a:sym typeface="Noto Sans SC"/>
              </a:rPr>
              <a:t>│   ├── topLevelGetAllRecords.go      # 获取所有顶级域名记录</a:t>
            </a:r>
          </a:p>
          <a:p>
            <a:pPr indent="0" algn="l">
              <a:lnSpc>
                <a:spcPct val="108333"/>
              </a:lnSpc>
            </a:pPr>
            <a:r>
              <a:rPr lang="en-US" sz="1500" b="0" i="0" u="none" strike="noStrike">
                <a:solidFill>
                  <a:srgbClr val="1F2329"/>
                </a:solidFill>
                <a:latin typeface="Noto Sans SC"/>
                <a:ea typeface="Noto Sans SC"/>
                <a:cs typeface="Noto Sans SC"/>
                <a:sym typeface="Noto Sans SC"/>
              </a:rPr>
              <a:t>│   └── userRegister.go               # 用户注册逻辑 (存储用户证书)</a:t>
            </a:r>
          </a:p>
          <a:p>
            <a:pPr indent="0" algn="l">
              <a:lnSpc>
                <a:spcPct val="108333"/>
              </a:lnSpc>
            </a:pPr>
            <a:r>
              <a:rPr lang="en-US" sz="1500" b="0" i="0" u="none" strike="noStrike">
                <a:solidFill>
                  <a:srgbClr val="1F2329"/>
                </a:solidFill>
                <a:latin typeface="Noto Sans SC"/>
                <a:ea typeface="Noto Sans SC"/>
                <a:cs typeface="Noto Sans SC"/>
                <a:sym typeface="Noto Sans SC"/>
              </a:rPr>
              <a:t>├── generalUpdateTestData_test.go     # 生成批量测试数据的Go测试文件</a:t>
            </a:r>
          </a:p>
          <a:p>
            <a:pPr indent="0" algn="l">
              <a:lnSpc>
                <a:spcPct val="108333"/>
              </a:lnSpc>
            </a:pPr>
            <a:r>
              <a:rPr lang="en-US" sz="1500" b="0" i="0" u="none" strike="noStrike">
                <a:solidFill>
                  <a:srgbClr val="1F2329"/>
                </a:solidFill>
                <a:latin typeface="Noto Sans SC"/>
                <a:ea typeface="Noto Sans SC"/>
                <a:cs typeface="Noto Sans SC"/>
                <a:sym typeface="Noto Sans SC"/>
              </a:rPr>
              <a:t>├── myutils/                            # 工具类代码目录</a:t>
            </a:r>
          </a:p>
          <a:p>
            <a:pPr indent="0" algn="l">
              <a:lnSpc>
                <a:spcPct val="108333"/>
              </a:lnSpc>
            </a:pPr>
            <a:r>
              <a:rPr lang="en-US" sz="1500" b="0" i="0" u="none" strike="noStrike">
                <a:solidFill>
                  <a:srgbClr val="1F2329"/>
                </a:solidFill>
                <a:latin typeface="Noto Sans SC"/>
                <a:ea typeface="Noto Sans SC"/>
                <a:cs typeface="Noto Sans SC"/>
                <a:sym typeface="Noto Sans SC"/>
              </a:rPr>
              <a:t>│   ├── netUtils.go                   # 网络工具，与外部DNS服务器交互 (查询、更新、删除)</a:t>
            </a:r>
          </a:p>
          <a:p>
            <a:pPr indent="0" algn="l">
              <a:lnSpc>
                <a:spcPct val="108333"/>
              </a:lnSpc>
            </a:pPr>
            <a:r>
              <a:rPr lang="en-US" sz="1500" b="0" i="0" u="none" strike="noStrike">
                <a:solidFill>
                  <a:srgbClr val="1F2329"/>
                </a:solidFill>
                <a:latin typeface="Noto Sans SC"/>
                <a:ea typeface="Noto Sans SC"/>
                <a:cs typeface="Noto Sans SC"/>
                <a:sym typeface="Noto Sans SC"/>
              </a:rPr>
              <a:t>│   ├── netUtils_test.go              # netUtils.go 的单元测试</a:t>
            </a:r>
          </a:p>
          <a:p>
            <a:pPr indent="0" algn="l">
              <a:lnSpc>
                <a:spcPct val="108333"/>
              </a:lnSpc>
            </a:pPr>
            <a:r>
              <a:rPr lang="en-US" sz="1500" b="0" i="0" u="none" strike="noStrike">
                <a:solidFill>
                  <a:srgbClr val="1F2329"/>
                </a:solidFill>
                <a:latin typeface="Noto Sans SC"/>
                <a:ea typeface="Noto Sans SC"/>
                <a:cs typeface="Noto Sans SC"/>
                <a:sym typeface="Noto Sans SC"/>
              </a:rPr>
              <a:t>│   ├── utils.go                      # 通用工具 (域名/IP校验、JSON响应构建、签名及证书验证)</a:t>
            </a:r>
          </a:p>
          <a:p>
            <a:pPr indent="0" algn="l">
              <a:lnSpc>
                <a:spcPct val="108333"/>
              </a:lnSpc>
            </a:pPr>
            <a:r>
              <a:rPr lang="en-US" sz="1500" b="0" i="0" u="none" strike="noStrike">
                <a:solidFill>
                  <a:srgbClr val="1F2329"/>
                </a:solidFill>
                <a:latin typeface="Noto Sans SC"/>
                <a:ea typeface="Noto Sans SC"/>
                <a:cs typeface="Noto Sans SC"/>
                <a:sym typeface="Noto Sans SC"/>
              </a:rPr>
              <a:t>│   └── utils_test.go                 # utils.go 的单元测试</a:t>
            </a:r>
          </a:p>
          <a:p>
            <a:pPr indent="0" algn="l">
              <a:lnSpc>
                <a:spcPct val="108333"/>
              </a:lnSpc>
            </a:pPr>
            <a:r>
              <a:rPr lang="en-US" sz="1500" b="0" i="0" u="none" strike="noStrike">
                <a:solidFill>
                  <a:srgbClr val="1F2329"/>
                </a:solidFill>
                <a:latin typeface="Noto Sans SC"/>
                <a:ea typeface="Noto Sans SC"/>
                <a:cs typeface="Noto Sans SC"/>
                <a:sym typeface="Noto Sans SC"/>
              </a:rPr>
              <a:t>└── test_data_tld_update.sh           # 由 generalUpdateTestData_test.go 生成的批量测试脚本</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36774" b="33579"/>
          <a:stretch>
            <a:fillRect/>
          </a:stretch>
        </p:blipFill>
        <p:spPr>
          <a:xfrm>
            <a:off x="568285" y="923610"/>
            <a:ext cx="11242845" cy="3706734"/>
          </a:xfrm>
          <a:prstGeom prst="rect">
            <a:avLst/>
          </a:prstGeom>
          <a:ln>
            <a:noFill/>
            <a:prstDash val="solid"/>
          </a:ln>
        </p:spPr>
      </p:pic>
      <p:sp>
        <p:nvSpPr>
          <p:cNvPr id="3" name="AutoShape 3"/>
          <p:cNvSpPr/>
          <p:nvPr/>
        </p:nvSpPr>
        <p:spPr>
          <a:xfrm>
            <a:off x="370318" y="153112"/>
            <a:ext cx="39878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智能合约 &gt; 链码介绍 &gt; Init接口</a:t>
            </a:r>
            <a:endParaRPr lang="en-US" sz="1100"/>
          </a:p>
        </p:txBody>
      </p:sp>
      <p:sp>
        <p:nvSpPr>
          <p:cNvPr id="4" name="AutoShape 4"/>
          <p:cNvSpPr/>
          <p:nvPr/>
        </p:nvSpPr>
        <p:spPr>
          <a:xfrm>
            <a:off x="1327293" y="4282587"/>
            <a:ext cx="9724829" cy="20828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1600" b="0" i="0" u="none" strike="noStrike">
                <a:solidFill>
                  <a:srgbClr val="1F2329"/>
                </a:solidFill>
              </a:rPr>
              <a:t>Init 接口是链码的初始化入口，主要完成：
1. 数据结构初始化 ：创建DNS记录表，定义域名(主键)、记录类型等字段
2. 初始数据注入 ：解析并校验TLD和发型。，
3. 系统用户初始化 ：预置管理员和测试用户的数字证书</a:t>
            </a:r>
            <a:endParaRPr lang="en-US" sz="1100"/>
          </a:p>
          <a:p>
            <a:pPr indent="0" algn="l">
              <a:lnSpc>
                <a:spcPct val="125000"/>
              </a:lnSpc>
            </a:pPr>
            <a:r>
              <a:rPr lang="en-US" sz="1600" b="0" i="0" u="none" strike="noStrike">
                <a:solidFill>
                  <a:srgbClr val="1F2329"/>
                </a:solidFill>
              </a:rPr>
              <a:t>4. 原子性保障 ：所有数据库操作要么全部成功，失败则自动回滚，确保初始状态一致性</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0318" y="153112"/>
            <a:ext cx="41783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智能合约 &gt; 链码介绍 &gt; Invoke接口</a:t>
            </a:r>
            <a:endParaRPr lang="en-US" sz="1100"/>
          </a:p>
        </p:txBody>
      </p:sp>
      <p:sp>
        <p:nvSpPr>
          <p:cNvPr id="3" name="AutoShape 3"/>
          <p:cNvSpPr/>
          <p:nvPr/>
        </p:nvSpPr>
        <p:spPr>
          <a:xfrm>
            <a:off x="2145505" y="5550926"/>
            <a:ext cx="8132227" cy="8636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1600" b="0" i="0" u="none" strike="noStrike">
                <a:solidFill>
                  <a:srgbClr val="1F2329"/>
                </a:solidFill>
              </a:rPr>
              <a:t>核心逻辑： 通过预注册策略实现功能路由，执行链码时进行双重校验（参数+权限），所有状态变更生成事务日志，确保操作可追溯且不可篡改。</a:t>
            </a:r>
            <a:endParaRPr lang="en-US" sz="1100"/>
          </a:p>
        </p:txBody>
      </p:sp>
      <p:pic>
        <p:nvPicPr>
          <p:cNvPr id="4" name="Picture 4"/>
          <p:cNvPicPr>
            <a:picLocks noChangeAspect="1"/>
          </p:cNvPicPr>
          <p:nvPr/>
        </p:nvPicPr>
        <p:blipFill>
          <a:blip r:embed="rId3"/>
          <a:stretch>
            <a:fillRect/>
          </a:stretch>
        </p:blipFill>
        <p:spPr>
          <a:xfrm>
            <a:off x="1431800" y="783569"/>
            <a:ext cx="9328399" cy="4767357"/>
          </a:xfrm>
          <a:prstGeom prst="rect">
            <a:avLst/>
          </a:prstGeom>
          <a:ln>
            <a:noFill/>
            <a:prstDash val="soli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28458" y="1555750"/>
            <a:ext cx="9735084" cy="3746500"/>
          </a:xfrm>
          <a:prstGeom prst="rect">
            <a:avLst/>
          </a:prstGeom>
          <a:noFill/>
          <a:ln w="12700">
            <a:noFill/>
            <a:prstDash val="solid"/>
          </a:ln>
        </p:spPr>
        <p:txBody>
          <a:bodyPr wrap="square" lIns="127000" tIns="127000" rIns="127000" bIns="127000" rtlCol="0" anchor="ctr">
            <a:noAutofit/>
          </a:bodyPr>
          <a:lstStyle/>
          <a:p>
            <a:pPr marL="215900" indent="-215900" algn="l">
              <a:lnSpc>
                <a:spcPct val="150000"/>
              </a:lnSpc>
              <a:buClr>
                <a:srgbClr val="1F2329"/>
              </a:buClr>
              <a:buChar char="•"/>
              <a:defRPr/>
            </a:pPr>
            <a:r>
              <a:rPr lang="en-US" sz="1700" b="1" i="0" u="none" strike="noStrike" dirty="0">
                <a:solidFill>
                  <a:srgbClr val="1F2329"/>
                </a:solidFill>
                <a:latin typeface="Noto Sans SC"/>
                <a:ea typeface="Noto Sans SC"/>
                <a:cs typeface="Noto Sans SC"/>
                <a:sym typeface="Noto Sans SC"/>
              </a:rPr>
              <a:t>新增TLD资源记录</a:t>
            </a:r>
            <a:r>
              <a:rPr lang="en-US" sz="1700" b="0" i="0" u="none" strike="noStrike" dirty="0">
                <a:solidFill>
                  <a:srgbClr val="1F2329"/>
                </a:solidFill>
                <a:latin typeface="Noto Sans SC"/>
                <a:ea typeface="Noto Sans SC"/>
                <a:cs typeface="Noto Sans SC"/>
                <a:sym typeface="Noto Sans SC"/>
              </a:rPr>
              <a:t>：节点运行智能合约，读取请求中的相关参数，对参数进行合法性检查、验证用户签名、工作量证明检查，通过检测后查询本地账本该顶级域名是否已被注册，若未被注册则写入本地数据库，否则注册失败。流程如图2-7所示。</a:t>
            </a:r>
            <a:endParaRPr lang="en-US" sz="1100" dirty="0"/>
          </a:p>
          <a:p>
            <a:pPr marL="215900" indent="-215900" algn="l">
              <a:lnSpc>
                <a:spcPct val="150000"/>
              </a:lnSpc>
              <a:buClr>
                <a:srgbClr val="1F2329"/>
              </a:buClr>
              <a:buChar char="•"/>
            </a:pPr>
            <a:r>
              <a:rPr lang="en-US" sz="1700" b="1" i="0" u="none" strike="noStrike" dirty="0" err="1">
                <a:solidFill>
                  <a:srgbClr val="1F2329"/>
                </a:solidFill>
                <a:latin typeface="Noto Sans SC"/>
                <a:ea typeface="Noto Sans SC"/>
                <a:cs typeface="Noto Sans SC"/>
                <a:sym typeface="Noto Sans SC"/>
              </a:rPr>
              <a:t>查询TLD资源记录</a:t>
            </a:r>
            <a:r>
              <a:rPr lang="en-US" sz="1700" b="0" i="0" u="none" strike="noStrike" dirty="0" err="1">
                <a:solidFill>
                  <a:srgbClr val="1F2329"/>
                </a:solidFill>
                <a:latin typeface="Noto Sans SC"/>
                <a:ea typeface="Noto Sans SC"/>
                <a:cs typeface="Noto Sans SC"/>
                <a:sym typeface="Noto Sans SC"/>
              </a:rPr>
              <a:t>：节点从本地账本中查找对应的域名是否已被注册，若已被注册则返回对应的IP地址，否则返回查询失败</a:t>
            </a:r>
            <a:r>
              <a:rPr lang="en-US" sz="1700" b="0" i="0" u="none" strike="noStrike" dirty="0">
                <a:solidFill>
                  <a:srgbClr val="1F2329"/>
                </a:solidFill>
                <a:latin typeface="Noto Sans SC"/>
                <a:ea typeface="Noto Sans SC"/>
                <a:cs typeface="Noto Sans SC"/>
                <a:sym typeface="Noto Sans SC"/>
              </a:rPr>
              <a:t>。</a:t>
            </a:r>
          </a:p>
          <a:p>
            <a:pPr marL="215900" indent="-215900" algn="l">
              <a:lnSpc>
                <a:spcPct val="150000"/>
              </a:lnSpc>
              <a:buClr>
                <a:srgbClr val="1F2329"/>
              </a:buClr>
              <a:buChar char="•"/>
            </a:pPr>
            <a:r>
              <a:rPr lang="en-US" sz="1700" b="1" i="0" u="none" strike="noStrike" dirty="0">
                <a:solidFill>
                  <a:srgbClr val="1F2329"/>
                </a:solidFill>
                <a:latin typeface="Noto Sans SC"/>
                <a:ea typeface="Noto Sans SC"/>
                <a:cs typeface="Noto Sans SC"/>
                <a:sym typeface="Noto Sans SC"/>
              </a:rPr>
              <a:t>更改TLD资源记录</a:t>
            </a:r>
            <a:r>
              <a:rPr lang="en-US" sz="1700" b="0" i="0" u="none" strike="noStrike" dirty="0">
                <a:solidFill>
                  <a:srgbClr val="1F2329"/>
                </a:solidFill>
                <a:latin typeface="Noto Sans SC"/>
                <a:ea typeface="Noto Sans SC"/>
                <a:cs typeface="Noto Sans SC"/>
                <a:sym typeface="Noto Sans SC"/>
              </a:rPr>
              <a:t>：节点运行智能合约，读取请求中的相关参数，对参数进行合法性检查、验证用户签名、TLD资源归属权检测，通过检测后更改TLD记录对应的IP地址，否则更改失败。</a:t>
            </a:r>
          </a:p>
          <a:p>
            <a:pPr marL="215900" indent="-215900" algn="l">
              <a:lnSpc>
                <a:spcPct val="150000"/>
              </a:lnSpc>
              <a:buClr>
                <a:srgbClr val="1F2329"/>
              </a:buClr>
              <a:buChar char="•"/>
            </a:pPr>
            <a:r>
              <a:rPr lang="en-US" sz="1700" b="1" i="0" u="none" strike="noStrike" dirty="0">
                <a:solidFill>
                  <a:srgbClr val="1F2329"/>
                </a:solidFill>
                <a:latin typeface="Noto Sans SC"/>
                <a:ea typeface="Noto Sans SC"/>
                <a:cs typeface="Noto Sans SC"/>
                <a:sym typeface="Noto Sans SC"/>
              </a:rPr>
              <a:t>删除TLD资源记录</a:t>
            </a:r>
            <a:r>
              <a:rPr lang="en-US" sz="1700" b="0" i="0" u="none" strike="noStrike" dirty="0">
                <a:solidFill>
                  <a:srgbClr val="1F2329"/>
                </a:solidFill>
                <a:latin typeface="Noto Sans SC"/>
                <a:ea typeface="Noto Sans SC"/>
                <a:cs typeface="Noto Sans SC"/>
                <a:sym typeface="Noto Sans SC"/>
              </a:rPr>
              <a:t>：节点运行智能合约，读取请求中的相关参数，对参数进行合法性检查、验证用户签名、TLD资源归属权检测，通过检测后删除TLD记录对应的IP地址，否则删除失败。</a:t>
            </a:r>
          </a:p>
        </p:txBody>
      </p:sp>
      <p:sp>
        <p:nvSpPr>
          <p:cNvPr id="3" name="AutoShape 3"/>
          <p:cNvSpPr/>
          <p:nvPr/>
        </p:nvSpPr>
        <p:spPr>
          <a:xfrm>
            <a:off x="370318" y="153112"/>
            <a:ext cx="37084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智能合约 &gt;  链码已实现功能</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0318" y="153112"/>
            <a:ext cx="3073400" cy="6350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2000" b="1" i="0" u="none" strike="noStrike">
                <a:solidFill>
                  <a:srgbClr val="1F2329"/>
                </a:solidFill>
              </a:rPr>
              <a:t>智能合约 &gt; 使用方法</a:t>
            </a:r>
            <a:endParaRPr lang="en-US" sz="1100"/>
          </a:p>
        </p:txBody>
      </p:sp>
      <p:graphicFrame>
        <p:nvGraphicFramePr>
          <p:cNvPr id="3" name="Table 3"/>
          <p:cNvGraphicFramePr>
            <a:graphicFrameLocks noGrp="1"/>
          </p:cNvGraphicFramePr>
          <p:nvPr/>
        </p:nvGraphicFramePr>
        <p:xfrm>
          <a:off x="370318" y="1416940"/>
          <a:ext cx="11494094" cy="4649463"/>
        </p:xfrm>
        <a:graphic>
          <a:graphicData uri="http://schemas.openxmlformats.org/drawingml/2006/table">
            <a:tbl>
              <a:tblPr>
                <a:effectLst/>
              </a:tblPr>
              <a:tblGrid>
                <a:gridCol w="2298819">
                  <a:extLst>
                    <a:ext uri="{9D8B030D-6E8A-4147-A177-3AD203B41FA5}">
                      <a16:colId xmlns:a16="http://schemas.microsoft.com/office/drawing/2014/main" val="20000"/>
                    </a:ext>
                  </a:extLst>
                </a:gridCol>
                <a:gridCol w="2025150">
                  <a:extLst>
                    <a:ext uri="{9D8B030D-6E8A-4147-A177-3AD203B41FA5}">
                      <a16:colId xmlns:a16="http://schemas.microsoft.com/office/drawing/2014/main" val="20001"/>
                    </a:ext>
                  </a:extLst>
                </a:gridCol>
                <a:gridCol w="7170125">
                  <a:extLst>
                    <a:ext uri="{9D8B030D-6E8A-4147-A177-3AD203B41FA5}">
                      <a16:colId xmlns:a16="http://schemas.microsoft.com/office/drawing/2014/main" val="20002"/>
                    </a:ext>
                  </a:extLst>
                </a:gridCol>
              </a:tblGrid>
              <a:tr h="520700">
                <a:tc>
                  <a:txBody>
                    <a:bodyPr/>
                    <a:lstStyle/>
                    <a:p>
                      <a:pPr indent="0" algn="ctr">
                        <a:lnSpc>
                          <a:spcPct val="100000"/>
                        </a:lnSpc>
                        <a:defRPr/>
                      </a:pPr>
                      <a:r>
                        <a:rPr lang="en-US" sz="1400" b="1" i="0" u="none" strike="noStrike">
                          <a:solidFill>
                            <a:srgbClr val="000000"/>
                          </a:solidFill>
                        </a:rPr>
                        <a:t>接口名称</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1" i="0" u="none" strike="noStrike">
                          <a:solidFill>
                            <a:srgbClr val="000000"/>
                          </a:solidFill>
                        </a:rPr>
                        <a:t>HTTP 方法 / CLI 命令</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1" i="0" u="none" strike="noStrike">
                          <a:solidFill>
                            <a:srgbClr val="000000"/>
                          </a:solidFill>
                        </a:rPr>
                        <a:t>功能简述</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0"/>
                  </a:ext>
                </a:extLst>
              </a:tr>
              <a:tr h="663206">
                <a:tc>
                  <a:txBody>
                    <a:bodyPr/>
                    <a:lstStyle/>
                    <a:p>
                      <a:pPr indent="0" algn="ctr">
                        <a:lnSpc>
                          <a:spcPct val="100000"/>
                        </a:lnSpc>
                        <a:defRPr/>
                      </a:pPr>
                      <a:r>
                        <a:rPr lang="en-US" sz="1400" b="1" i="0" u="none" strike="noStrike">
                          <a:solidFill>
                            <a:srgbClr val="000000"/>
                          </a:solidFill>
                        </a:rPr>
                        <a:t>QueryChaincode</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POST CLI</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向指定通道的链码发起“查询”请求，读取账本状态，不产生新交易</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1"/>
                  </a:ext>
                </a:extLst>
              </a:tr>
              <a:tr h="663206">
                <a:tc>
                  <a:txBody>
                    <a:bodyPr/>
                    <a:lstStyle/>
                    <a:p>
                      <a:pPr indent="0" algn="ctr">
                        <a:lnSpc>
                          <a:spcPct val="100000"/>
                        </a:lnSpc>
                        <a:defRPr/>
                      </a:pPr>
                      <a:r>
                        <a:rPr lang="en-US" sz="1400" b="1" i="0" u="none" strike="noStrike">
                          <a:solidFill>
                            <a:srgbClr val="000000"/>
                          </a:solidFill>
                        </a:rPr>
                        <a:t>InvokeChaincode</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POST CLI</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向指定通道的链码发起“调用”请求，执行交易并返回交易 ID </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2"/>
                  </a:ext>
                </a:extLst>
              </a:tr>
              <a:tr h="623202">
                <a:tc>
                  <a:txBody>
                    <a:bodyPr/>
                    <a:lstStyle/>
                    <a:p>
                      <a:pPr indent="0" algn="ctr">
                        <a:lnSpc>
                          <a:spcPct val="100000"/>
                        </a:lnSpc>
                        <a:defRPr/>
                      </a:pPr>
                      <a:r>
                        <a:rPr lang="en-US" sz="1400" b="1" i="0" u="none" strike="noStrike">
                          <a:solidFill>
                            <a:srgbClr val="000000"/>
                          </a:solidFill>
                        </a:rPr>
                        <a:t>DeployChaincode</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POST CLI</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在 Fabric 网络上部署并提交链码，包括安装、组织审批和最终提交</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3"/>
                  </a:ext>
                </a:extLst>
              </a:tr>
              <a:tr h="522823">
                <a:tc>
                  <a:txBody>
                    <a:bodyPr/>
                    <a:lstStyle/>
                    <a:p>
                      <a:pPr indent="0" algn="ctr">
                        <a:lnSpc>
                          <a:spcPct val="100000"/>
                        </a:lnSpc>
                        <a:defRPr/>
                      </a:pPr>
                      <a:r>
                        <a:rPr lang="en-US" sz="1400" b="1" i="0" u="none" strike="noStrike">
                          <a:solidFill>
                            <a:srgbClr val="000000"/>
                          </a:solidFill>
                        </a:rPr>
                        <a:t>GetChain</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GET</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获取通道的最新区块高度、当前/前一区块哈希等链信息</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4"/>
                  </a:ext>
                </a:extLst>
              </a:tr>
              <a:tr h="567813">
                <a:tc>
                  <a:txBody>
                    <a:bodyPr/>
                    <a:lstStyle/>
                    <a:p>
                      <a:pPr indent="0" algn="ctr">
                        <a:lnSpc>
                          <a:spcPct val="100000"/>
                        </a:lnSpc>
                        <a:defRPr/>
                      </a:pPr>
                      <a:r>
                        <a:rPr lang="en-US" sz="1400" b="1" i="0" u="none" strike="noStrike">
                          <a:solidFill>
                            <a:srgbClr val="000000"/>
                          </a:solidFill>
                        </a:rPr>
                        <a:t>GetBlock</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GET</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获取指定区块的全部详情，包括时间戳、交易列表和哈希值</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5"/>
                  </a:ext>
                </a:extLst>
              </a:tr>
              <a:tr h="567813">
                <a:tc>
                  <a:txBody>
                    <a:bodyPr/>
                    <a:lstStyle/>
                    <a:p>
                      <a:pPr indent="0" algn="ctr">
                        <a:lnSpc>
                          <a:spcPct val="100000"/>
                        </a:lnSpc>
                        <a:defRPr/>
                      </a:pPr>
                      <a:r>
                        <a:rPr lang="en-US" sz="1400" b="1" i="0" u="none" strike="noStrike">
                          <a:solidFill>
                            <a:srgbClr val="000000"/>
                          </a:solidFill>
                        </a:rPr>
                        <a:t>GetPeers</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GET</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列出当前网络中所有对等节点（peer）的地址、MSP ID 等信息</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6"/>
                  </a:ext>
                </a:extLst>
              </a:tr>
              <a:tr h="520700">
                <a:tc>
                  <a:txBody>
                    <a:bodyPr/>
                    <a:lstStyle/>
                    <a:p>
                      <a:pPr indent="0" algn="ctr">
                        <a:lnSpc>
                          <a:spcPct val="100000"/>
                        </a:lnSpc>
                        <a:defRPr/>
                      </a:pPr>
                      <a:r>
                        <a:rPr lang="en-US" sz="1400" b="1" i="0" u="none" strike="noStrike">
                          <a:solidFill>
                            <a:srgbClr val="000000"/>
                          </a:solidFill>
                        </a:rPr>
                        <a:t>查询交易</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GET</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rPr>
                        <a:t>根据交易 ID 查询单笔交易的 ReadSet/WriteSet、背书与提交状态</a:t>
                      </a:r>
                      <a:endParaRPr lang="en-US" sz="1100"/>
                    </a:p>
                  </a:txBody>
                  <a:tcPr marL="127000" marR="0" marT="127000" marB="127000" anchor="ctr">
                    <a:lnL w="12700" cap="flat" cmpd="sng" algn="ctr">
                      <a:solidFill>
                        <a:srgbClr val="DDDEDF"/>
                      </a:solidFill>
                      <a:prstDash val="solid"/>
                      <a:round/>
                      <a:headEnd type="none" w="med" len="med"/>
                      <a:tailEnd type="none" w="med" len="med"/>
                    </a:lnL>
                    <a:lnR w="12700" cap="flat" cmpd="sng" algn="ctr">
                      <a:solidFill>
                        <a:srgbClr val="DDDEDF"/>
                      </a:solidFill>
                      <a:prstDash val="solid"/>
                      <a:round/>
                      <a:headEnd type="none" w="med" len="med"/>
                      <a:tailEnd type="none" w="med" len="med"/>
                    </a:lnR>
                    <a:lnT w="12700" cap="flat" cmpd="sng" algn="ctr">
                      <a:solidFill>
                        <a:srgbClr val="DDDEDF"/>
                      </a:solidFill>
                      <a:prstDash val="solid"/>
                      <a:round/>
                      <a:headEnd type="none" w="med" len="med"/>
                      <a:tailEnd type="none" w="med" len="med"/>
                    </a:lnT>
                    <a:lnB w="12700" cap="flat" cmpd="sng" algn="ctr">
                      <a:solidFill>
                        <a:srgbClr val="DDDEDF"/>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4" name="AutoShape 4"/>
          <p:cNvSpPr/>
          <p:nvPr/>
        </p:nvSpPr>
        <p:spPr>
          <a:xfrm>
            <a:off x="3128443" y="153112"/>
            <a:ext cx="1524000" cy="558800"/>
          </a:xfrm>
          <a:prstGeom prst="rect">
            <a:avLst/>
          </a:prstGeom>
          <a:noFill/>
          <a:ln w="12700">
            <a:noFill/>
            <a:prstDash val="solid"/>
          </a:ln>
        </p:spPr>
        <p:txBody>
          <a:bodyPr wrap="square" lIns="127000" tIns="127000" rIns="127000" bIns="127000" rtlCol="0" anchor="ctr">
            <a:noAutofit/>
          </a:bodyPr>
          <a:lstStyle/>
          <a:p>
            <a:pPr indent="0" algn="l">
              <a:lnSpc>
                <a:spcPct val="125000"/>
              </a:lnSpc>
              <a:defRPr/>
            </a:pPr>
            <a:r>
              <a:rPr lang="en-US" sz="1600" b="0" i="0" u="none" strike="noStrike">
                <a:solidFill>
                  <a:srgbClr val="1F2329"/>
                </a:solidFill>
                <a:hlinkClick r:id="rId3" tooltip="https://apifox.com/apidoc/shared/fe0a893e-07a1-4808-9b6f-d347cd5b61c8/api-170713051">
                  <a:extLst>
                    <a:ext uri="{A12FA001-AC4F-418D-AE19-62706E023703}">
                      <ahyp:hlinkClr xmlns:ahyp="http://schemas.microsoft.com/office/drawing/2018/hyperlinkcolor" val="tx"/>
                    </a:ext>
                  </a:extLst>
                </a:hlinkClick>
              </a:rPr>
              <a:t>接口文档</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5133" y="1014376"/>
            <a:ext cx="6626927" cy="4356564"/>
          </a:xfrm>
          <a:prstGeom prst="rect">
            <a:avLst/>
          </a:prstGeom>
          <a:noFill/>
          <a:ln w="12700">
            <a:noFill/>
            <a:prstDash val="solid"/>
          </a:ln>
        </p:spPr>
        <p:txBody>
          <a:bodyPr lIns="0" tIns="0" rIns="0" bIns="0" rtlCol="0" anchor="ctr">
            <a:noAutofit/>
          </a:bodyPr>
          <a:lstStyle/>
          <a:p>
            <a:pPr marL="203200" indent="-203200">
              <a:lnSpc>
                <a:spcPct val="125000"/>
              </a:lnSpc>
              <a:buClr>
                <a:srgbClr val="1F2329"/>
              </a:buClr>
              <a:buFontTx/>
              <a:buChar char="•"/>
            </a:pPr>
            <a:r>
              <a:rPr lang="zh-CN" altLang="en-US" sz="1700" dirty="0">
                <a:solidFill>
                  <a:srgbClr val="1F2329"/>
                </a:solidFill>
                <a:latin typeface="Noto Sans SC"/>
                <a:ea typeface="Noto Sans SC"/>
                <a:sym typeface="Noto Sans SC"/>
              </a:rPr>
              <a:t>顶级域名信息经过共识之后写入账本，这时我们需要将共识过的新增或删除的域名数据同步至顶级域名解析系统的配置文件中。</a:t>
            </a:r>
            <a:endParaRPr lang="en-US" altLang="zh-CN" sz="1700" dirty="0">
              <a:solidFill>
                <a:srgbClr val="1F2329"/>
              </a:solidFill>
              <a:latin typeface="Noto Sans SC"/>
              <a:ea typeface="Noto Sans SC"/>
              <a:sym typeface="Noto Sans SC"/>
            </a:endParaRPr>
          </a:p>
          <a:p>
            <a:pPr marL="203200" indent="-203200">
              <a:lnSpc>
                <a:spcPct val="125000"/>
              </a:lnSpc>
              <a:buClr>
                <a:srgbClr val="1F2329"/>
              </a:buClr>
              <a:buFontTx/>
              <a:buChar char="•"/>
            </a:pPr>
            <a:r>
              <a:rPr lang="zh-CN" altLang="en-US" sz="1700" dirty="0">
                <a:solidFill>
                  <a:srgbClr val="1F2329"/>
                </a:solidFill>
                <a:latin typeface="Noto Sans SC"/>
                <a:ea typeface="Noto Sans SC"/>
                <a:sym typeface="Noto Sans SC"/>
              </a:rPr>
              <a:t>此过程由</a:t>
            </a:r>
            <a:r>
              <a:rPr lang="en-US" altLang="zh-CN" sz="1700" dirty="0" err="1">
                <a:solidFill>
                  <a:srgbClr val="1F2329"/>
                </a:solidFill>
                <a:latin typeface="Noto Sans SC"/>
                <a:ea typeface="Noto Sans SC"/>
                <a:sym typeface="Noto Sans SC"/>
              </a:rPr>
              <a:t>addToZone</a:t>
            </a:r>
            <a:r>
              <a:rPr lang="zh-CN" altLang="en-US" sz="1700" dirty="0">
                <a:solidFill>
                  <a:srgbClr val="1F2329"/>
                </a:solidFill>
                <a:latin typeface="Noto Sans SC"/>
                <a:ea typeface="Noto Sans SC"/>
                <a:sym typeface="Noto Sans SC"/>
              </a:rPr>
              <a:t>同步脚本定期执行。</a:t>
            </a:r>
            <a:endParaRPr lang="en-US" altLang="zh-CN" sz="1700" dirty="0">
              <a:solidFill>
                <a:srgbClr val="1F2329"/>
              </a:solidFill>
              <a:latin typeface="Noto Sans SC"/>
              <a:ea typeface="Noto Sans SC"/>
              <a:sym typeface="Noto Sans SC"/>
            </a:endParaRPr>
          </a:p>
          <a:p>
            <a:pPr marL="203200" indent="-203200">
              <a:lnSpc>
                <a:spcPct val="125000"/>
              </a:lnSpc>
              <a:buClr>
                <a:srgbClr val="1F2329"/>
              </a:buClr>
              <a:buFontTx/>
              <a:buChar char="•"/>
            </a:pPr>
            <a:endParaRPr lang="en-US" sz="1700" dirty="0">
              <a:solidFill>
                <a:srgbClr val="1F2329"/>
              </a:solidFill>
              <a:latin typeface="Noto Sans SC"/>
              <a:ea typeface="Noto Sans SC"/>
              <a:sym typeface="Noto Sans SC"/>
            </a:endParaRPr>
          </a:p>
          <a:p>
            <a:pPr marL="203200" indent="-203200">
              <a:lnSpc>
                <a:spcPct val="125000"/>
              </a:lnSpc>
              <a:buClr>
                <a:srgbClr val="1F2329"/>
              </a:buClr>
              <a:buFontTx/>
              <a:buChar char="•"/>
            </a:pPr>
            <a:endParaRPr lang="en-US" sz="1600" dirty="0">
              <a:solidFill>
                <a:srgbClr val="1F2329"/>
              </a:solidFill>
              <a:latin typeface="宋体" pitchFamily="2" charset="-122"/>
              <a:ea typeface="宋体" pitchFamily="2" charset="-122"/>
              <a:sym typeface="Noto Sans SC"/>
            </a:endParaRPr>
          </a:p>
          <a:p>
            <a:pPr marL="203200" indent="-203200">
              <a:lnSpc>
                <a:spcPct val="125000"/>
              </a:lnSpc>
              <a:buClr>
                <a:srgbClr val="1F2329"/>
              </a:buClr>
              <a:buFontTx/>
              <a:buChar char="•"/>
            </a:pPr>
            <a:r>
              <a:rPr lang="zh-CN" altLang="en-US" sz="1700" dirty="0">
                <a:solidFill>
                  <a:srgbClr val="1F2329"/>
                </a:solidFill>
                <a:latin typeface="Noto Sans SC"/>
                <a:ea typeface="Noto Sans SC"/>
                <a:sym typeface="Noto Sans SC"/>
              </a:rPr>
              <a:t>通过</a:t>
            </a:r>
            <a:r>
              <a:rPr lang="en-US" altLang="zh-CN" sz="1700" dirty="0" err="1">
                <a:solidFill>
                  <a:srgbClr val="1F2329"/>
                </a:solidFill>
                <a:latin typeface="Noto Sans SC"/>
                <a:ea typeface="Noto Sans SC"/>
                <a:sym typeface="Noto Sans SC"/>
              </a:rPr>
              <a:t>addToZone</a:t>
            </a:r>
            <a:r>
              <a:rPr lang="zh-CN" altLang="en-US" sz="1700" dirty="0">
                <a:solidFill>
                  <a:srgbClr val="1F2329"/>
                </a:solidFill>
                <a:latin typeface="Noto Sans SC"/>
                <a:ea typeface="Noto Sans SC"/>
                <a:sym typeface="Noto Sans SC"/>
              </a:rPr>
              <a:t>脚本的同步运行，节点会定期的将该时段内修改过的域名数据更新到</a:t>
            </a:r>
            <a:r>
              <a:rPr lang="en-US" altLang="zh-CN" sz="1700" dirty="0">
                <a:solidFill>
                  <a:srgbClr val="1F2329"/>
                </a:solidFill>
                <a:latin typeface="Noto Sans SC"/>
                <a:ea typeface="Noto Sans SC"/>
                <a:sym typeface="Noto Sans SC"/>
              </a:rPr>
              <a:t>Bind</a:t>
            </a:r>
            <a:r>
              <a:rPr lang="zh-CN" altLang="en-US" sz="1700" dirty="0">
                <a:solidFill>
                  <a:srgbClr val="1F2329"/>
                </a:solidFill>
                <a:latin typeface="Noto Sans SC"/>
                <a:ea typeface="Noto Sans SC"/>
                <a:sym typeface="Noto Sans SC"/>
              </a:rPr>
              <a:t>的配置文件中。而在</a:t>
            </a:r>
            <a:r>
              <a:rPr lang="en-US" altLang="zh-CN" sz="1700" dirty="0">
                <a:solidFill>
                  <a:srgbClr val="1F2329"/>
                </a:solidFill>
                <a:latin typeface="Noto Sans SC"/>
                <a:ea typeface="Noto Sans SC"/>
                <a:sym typeface="Noto Sans SC"/>
              </a:rPr>
              <a:t>zone</a:t>
            </a:r>
            <a:r>
              <a:rPr lang="zh-CN" altLang="en-US" sz="1700" dirty="0">
                <a:solidFill>
                  <a:srgbClr val="1F2329"/>
                </a:solidFill>
                <a:latin typeface="Noto Sans SC"/>
                <a:ea typeface="Noto Sans SC"/>
                <a:sym typeface="Noto Sans SC"/>
              </a:rPr>
              <a:t>配置文件中，每个域名对应的资源记录通过注释隔开方便对其进行操作。这样只需要对修改过的域名进行配置更新即可。更新后的</a:t>
            </a:r>
            <a:r>
              <a:rPr lang="en-US" altLang="zh-CN" sz="1700" dirty="0">
                <a:solidFill>
                  <a:srgbClr val="1F2329"/>
                </a:solidFill>
                <a:latin typeface="Noto Sans SC"/>
                <a:ea typeface="Noto Sans SC"/>
                <a:sym typeface="Noto Sans SC"/>
              </a:rPr>
              <a:t>zone</a:t>
            </a:r>
            <a:r>
              <a:rPr lang="zh-CN" altLang="en-US" sz="1700" dirty="0">
                <a:solidFill>
                  <a:srgbClr val="1F2329"/>
                </a:solidFill>
                <a:latin typeface="Noto Sans SC"/>
                <a:ea typeface="Noto Sans SC"/>
                <a:sym typeface="Noto Sans SC"/>
              </a:rPr>
              <a:t>文件的合法性可以通过</a:t>
            </a:r>
            <a:r>
              <a:rPr lang="en-US" altLang="zh-CN" sz="1700" dirty="0">
                <a:solidFill>
                  <a:srgbClr val="1F2329"/>
                </a:solidFill>
                <a:latin typeface="Noto Sans SC"/>
                <a:ea typeface="Noto Sans SC"/>
                <a:sym typeface="Noto Sans SC"/>
              </a:rPr>
              <a:t>named-</a:t>
            </a:r>
            <a:r>
              <a:rPr lang="en-US" altLang="zh-CN" sz="1700" dirty="0" err="1">
                <a:solidFill>
                  <a:srgbClr val="1F2329"/>
                </a:solidFill>
                <a:latin typeface="Noto Sans SC"/>
                <a:ea typeface="Noto Sans SC"/>
                <a:sym typeface="Noto Sans SC"/>
              </a:rPr>
              <a:t>checkzone</a:t>
            </a:r>
            <a:r>
              <a:rPr lang="zh-CN" altLang="en-US" sz="1700" dirty="0">
                <a:solidFill>
                  <a:srgbClr val="1F2329"/>
                </a:solidFill>
                <a:latin typeface="Noto Sans SC"/>
                <a:ea typeface="Noto Sans SC"/>
                <a:sym typeface="Noto Sans SC"/>
              </a:rPr>
              <a:t>工具来校验，校验无误后可以将其引入主配置文件从而令其生效。</a:t>
            </a:r>
            <a:endParaRPr lang="en-US" sz="1700" dirty="0">
              <a:solidFill>
                <a:srgbClr val="1F2329"/>
              </a:solidFill>
              <a:latin typeface="Noto Sans SC"/>
              <a:ea typeface="Noto Sans SC"/>
              <a:sym typeface="Noto Sans SC"/>
            </a:endParaRPr>
          </a:p>
        </p:txBody>
      </p:sp>
      <p:sp>
        <p:nvSpPr>
          <p:cNvPr id="5" name="文本框 3"/>
          <p:cNvSpPr txBox="1"/>
          <p:nvPr/>
        </p:nvSpPr>
        <p:spPr>
          <a:xfrm>
            <a:off x="373380" y="216535"/>
            <a:ext cx="5722620" cy="398780"/>
          </a:xfrm>
          <a:prstGeom prst="rect">
            <a:avLst/>
          </a:prstGeom>
          <a:noFill/>
        </p:spPr>
        <p:txBody>
          <a:bodyPr wrap="square" rtlCol="0">
            <a:spAutoFit/>
          </a:bodyPr>
          <a:lstStyle/>
          <a:p>
            <a:r>
              <a:rPr lang="zh-CN" altLang="en-US" sz="2000" b="1" dirty="0">
                <a:latin typeface="Microsoft YaHei Light" panose="020B0502040204020203" pitchFamily="34" charset="-122"/>
                <a:ea typeface="Microsoft YaHei Light" panose="020B0502040204020203" pitchFamily="34" charset="-122"/>
                <a:sym typeface="+mn-ea"/>
              </a:rPr>
              <a:t>顶级域名数据信息同步</a:t>
            </a:r>
            <a:endParaRPr lang="zh-CN" altLang="en-US" sz="2000" b="1" dirty="0">
              <a:latin typeface="微软雅黑" panose="020B0503020204020204" pitchFamily="34" charset="-122"/>
              <a:ea typeface="微软雅黑" panose="020B0503020204020204" pitchFamily="34" charset="-122"/>
            </a:endParaRPr>
          </a:p>
        </p:txBody>
      </p:sp>
      <p:pic>
        <p:nvPicPr>
          <p:cNvPr id="4" name="Picture 61" descr="descript">
            <a:extLst>
              <a:ext uri="{FF2B5EF4-FFF2-40B4-BE49-F238E27FC236}">
                <a16:creationId xmlns:a16="http://schemas.microsoft.com/office/drawing/2014/main" id="{866D399C-7D94-3352-8634-9F5DDF0C91E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3232" y="814996"/>
            <a:ext cx="4221072" cy="493953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648AE-B8BE-FBAD-7EAC-723F4703083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13533EC-9988-C7F8-0AE2-1F33F090C716}"/>
              </a:ext>
            </a:extLst>
          </p:cNvPr>
          <p:cNvSpPr/>
          <p:nvPr/>
        </p:nvSpPr>
        <p:spPr>
          <a:xfrm>
            <a:off x="428382" y="1200006"/>
            <a:ext cx="6626927" cy="4356564"/>
          </a:xfrm>
          <a:prstGeom prst="rect">
            <a:avLst/>
          </a:prstGeom>
          <a:noFill/>
          <a:ln w="12700">
            <a:noFill/>
            <a:prstDash val="solid"/>
          </a:ln>
        </p:spPr>
        <p:txBody>
          <a:bodyPr lIns="0" tIns="0" rIns="0" bIns="0" rtlCol="0" anchor="ctr">
            <a:noAutofit/>
          </a:bodyPr>
          <a:lstStyle/>
          <a:p>
            <a:pPr marL="203200" indent="-203200">
              <a:lnSpc>
                <a:spcPct val="125000"/>
              </a:lnSpc>
              <a:buClr>
                <a:srgbClr val="1F2329"/>
              </a:buClr>
              <a:buFontTx/>
              <a:buChar char="•"/>
            </a:pPr>
            <a:r>
              <a:rPr lang="zh-CN" altLang="en-US" sz="1700" dirty="0">
                <a:solidFill>
                  <a:srgbClr val="1F2329"/>
                </a:solidFill>
                <a:latin typeface="Noto Sans SC"/>
                <a:ea typeface="Noto Sans SC"/>
                <a:sym typeface="Noto Sans SC"/>
              </a:rPr>
              <a:t>我们使用</a:t>
            </a:r>
            <a:r>
              <a:rPr lang="en-US" altLang="zh-CN" sz="1700" dirty="0" err="1">
                <a:solidFill>
                  <a:srgbClr val="1F2329"/>
                </a:solidFill>
                <a:latin typeface="Noto Sans SC"/>
                <a:ea typeface="Noto Sans SC"/>
                <a:sym typeface="Noto Sans SC"/>
              </a:rPr>
              <a:t>queryperf</a:t>
            </a:r>
            <a:r>
              <a:rPr lang="zh-CN" altLang="en-US" sz="1700" dirty="0">
                <a:solidFill>
                  <a:srgbClr val="1F2329"/>
                </a:solidFill>
                <a:latin typeface="Noto Sans SC"/>
                <a:ea typeface="Noto Sans SC"/>
                <a:sym typeface="Noto Sans SC"/>
              </a:rPr>
              <a:t>模拟机构用户设置了不同并发度的查询数据向我们的顶级域名解析服务器发送请求进行性能测试，同时与未绑定区块链系统的原始顶级域名解析服务器的</a:t>
            </a:r>
            <a:r>
              <a:rPr lang="en-US" altLang="zh-CN" sz="1700" dirty="0">
                <a:solidFill>
                  <a:srgbClr val="1F2329"/>
                </a:solidFill>
                <a:latin typeface="Noto Sans SC"/>
                <a:ea typeface="Noto Sans SC"/>
                <a:sym typeface="Noto Sans SC"/>
              </a:rPr>
              <a:t>QPS</a:t>
            </a:r>
            <a:r>
              <a:rPr lang="zh-CN" altLang="en-US" sz="1700" dirty="0">
                <a:solidFill>
                  <a:srgbClr val="1F2329"/>
                </a:solidFill>
                <a:latin typeface="Noto Sans SC"/>
                <a:ea typeface="Noto Sans SC"/>
                <a:sym typeface="Noto Sans SC"/>
              </a:rPr>
              <a:t>进行了对比。测试结果表明，本系统对域名解析服务器的性能影响较小。</a:t>
            </a:r>
            <a:endParaRPr lang="en-US" altLang="zh-CN" sz="1700" dirty="0">
              <a:solidFill>
                <a:srgbClr val="1F2329"/>
              </a:solidFill>
              <a:latin typeface="Noto Sans SC"/>
              <a:ea typeface="Noto Sans SC"/>
              <a:sym typeface="Noto Sans SC"/>
            </a:endParaRPr>
          </a:p>
          <a:p>
            <a:pPr marL="203200" indent="-203200">
              <a:lnSpc>
                <a:spcPct val="125000"/>
              </a:lnSpc>
              <a:buClr>
                <a:srgbClr val="1F2329"/>
              </a:buClr>
              <a:buFontTx/>
              <a:buChar char="•"/>
            </a:pPr>
            <a:endParaRPr lang="en-US" altLang="zh-CN" sz="1600" dirty="0">
              <a:solidFill>
                <a:srgbClr val="1F2329"/>
              </a:solidFill>
              <a:latin typeface="宋体" pitchFamily="2" charset="-122"/>
              <a:ea typeface="宋体" pitchFamily="2" charset="-122"/>
              <a:sym typeface="Noto Sans SC"/>
            </a:endParaRPr>
          </a:p>
          <a:p>
            <a:pPr marL="203200" indent="-203200">
              <a:lnSpc>
                <a:spcPct val="125000"/>
              </a:lnSpc>
              <a:buClr>
                <a:srgbClr val="1F2329"/>
              </a:buClr>
              <a:buFontTx/>
              <a:buChar char="•"/>
            </a:pPr>
            <a:r>
              <a:rPr lang="zh-CN" altLang="en-US" sz="1700" dirty="0">
                <a:solidFill>
                  <a:srgbClr val="1F2329"/>
                </a:solidFill>
                <a:latin typeface="Noto Sans SC"/>
                <a:ea typeface="Noto Sans SC"/>
                <a:sym typeface="Noto Sans SC"/>
              </a:rPr>
              <a:t>系统各场景下性能测试结果：</a:t>
            </a:r>
            <a:r>
              <a:rPr lang="en-US" altLang="zh-CN" sz="1700" dirty="0">
                <a:solidFill>
                  <a:srgbClr val="1F2329"/>
                </a:solidFill>
                <a:latin typeface="Noto Sans SC"/>
                <a:ea typeface="Noto Sans SC"/>
                <a:sym typeface="Noto Sans SC"/>
              </a:rPr>
              <a:t>https://docs.qq.com/sheet/DSGppbmRCdW5nR3Jm?tab=zzrk4k&amp;login_t=1726792149481</a:t>
            </a:r>
          </a:p>
        </p:txBody>
      </p:sp>
      <p:sp>
        <p:nvSpPr>
          <p:cNvPr id="5" name="文本框 3">
            <a:extLst>
              <a:ext uri="{FF2B5EF4-FFF2-40B4-BE49-F238E27FC236}">
                <a16:creationId xmlns:a16="http://schemas.microsoft.com/office/drawing/2014/main" id="{80F3A893-FABA-11B2-2457-49AFC44132FD}"/>
              </a:ext>
            </a:extLst>
          </p:cNvPr>
          <p:cNvSpPr txBox="1"/>
          <p:nvPr/>
        </p:nvSpPr>
        <p:spPr>
          <a:xfrm>
            <a:off x="373380" y="216535"/>
            <a:ext cx="5722620" cy="398780"/>
          </a:xfrm>
          <a:prstGeom prst="rect">
            <a:avLst/>
          </a:prstGeom>
          <a:noFill/>
        </p:spPr>
        <p:txBody>
          <a:bodyPr wrap="square" rtlCol="0">
            <a:spAutoFit/>
          </a:bodyPr>
          <a:lstStyle/>
          <a:p>
            <a:r>
              <a:rPr lang="en-US" altLang="zh-CN" sz="2000" b="1" dirty="0">
                <a:latin typeface="Microsoft YaHei Light" panose="020B0502040204020203" pitchFamily="34" charset="-122"/>
                <a:ea typeface="Microsoft YaHei Light" panose="020B0502040204020203" pitchFamily="34" charset="-122"/>
                <a:sym typeface="+mn-ea"/>
              </a:rPr>
              <a:t>DNS</a:t>
            </a:r>
            <a:r>
              <a:rPr lang="zh-CN" altLang="en-US" sz="2000" b="1" dirty="0">
                <a:latin typeface="Microsoft YaHei Light" panose="020B0502040204020203" pitchFamily="34" charset="-122"/>
                <a:ea typeface="Microsoft YaHei Light" panose="020B0502040204020203" pitchFamily="34" charset="-122"/>
                <a:sym typeface="+mn-ea"/>
              </a:rPr>
              <a:t>解析服务器性能测试</a:t>
            </a:r>
            <a:endParaRPr lang="zh-CN" altLang="en-US" sz="2000" b="1" dirty="0">
              <a:latin typeface="微软雅黑" panose="020B0503020204020204" pitchFamily="34" charset="-122"/>
              <a:ea typeface="微软雅黑" panose="020B0503020204020204" pitchFamily="34" charset="-122"/>
            </a:endParaRPr>
          </a:p>
        </p:txBody>
      </p:sp>
      <p:pic>
        <p:nvPicPr>
          <p:cNvPr id="3" name="Picture 3">
            <a:extLst>
              <a:ext uri="{FF2B5EF4-FFF2-40B4-BE49-F238E27FC236}">
                <a16:creationId xmlns:a16="http://schemas.microsoft.com/office/drawing/2014/main" id="{F6A7CD66-5433-C587-42E3-5361514E7C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38334" y="636791"/>
            <a:ext cx="3532397" cy="2909913"/>
          </a:xfrm>
          <a:prstGeom prst="rect">
            <a:avLst/>
          </a:prstGeom>
          <a:noFill/>
          <a:ln>
            <a:noFill/>
          </a:ln>
        </p:spPr>
      </p:pic>
      <p:pic>
        <p:nvPicPr>
          <p:cNvPr id="6" name="图片 5">
            <a:extLst>
              <a:ext uri="{FF2B5EF4-FFF2-40B4-BE49-F238E27FC236}">
                <a16:creationId xmlns:a16="http://schemas.microsoft.com/office/drawing/2014/main" id="{A1AAD333-B970-7676-8DDD-DB733DAA7519}"/>
              </a:ext>
            </a:extLst>
          </p:cNvPr>
          <p:cNvPicPr>
            <a:picLocks noChangeAspect="1"/>
          </p:cNvPicPr>
          <p:nvPr/>
        </p:nvPicPr>
        <p:blipFill>
          <a:blip r:embed="rId4"/>
          <a:stretch>
            <a:fillRect/>
          </a:stretch>
        </p:blipFill>
        <p:spPr>
          <a:xfrm>
            <a:off x="7834926" y="3841532"/>
            <a:ext cx="3335805" cy="2640083"/>
          </a:xfrm>
          <a:prstGeom prst="rect">
            <a:avLst/>
          </a:prstGeom>
        </p:spPr>
      </p:pic>
    </p:spTree>
    <p:extLst>
      <p:ext uri="{BB962C8B-B14F-4D97-AF65-F5344CB8AC3E}">
        <p14:creationId xmlns:p14="http://schemas.microsoft.com/office/powerpoint/2010/main" val="2653751648"/>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3221</Words>
  <Application>Microsoft Office PowerPoint</Application>
  <PresentationFormat>宽屏</PresentationFormat>
  <Paragraphs>364</Paragraphs>
  <Slides>33</Slides>
  <Notes>20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33</vt:i4>
      </vt:variant>
    </vt:vector>
  </HeadingPairs>
  <TitlesOfParts>
    <vt:vector size="43" baseType="lpstr">
      <vt:lpstr>Lato, proxima-nova, Helvetica Neue, Arial, sans-serif</vt:lpstr>
      <vt:lpstr>Microsoft YaHei Light</vt:lpstr>
      <vt:lpstr>Noto Sans SC</vt:lpstr>
      <vt:lpstr>Times New Roman, serif</vt:lpstr>
      <vt:lpstr>宋体</vt:lpstr>
      <vt:lpstr>微软雅黑</vt:lpstr>
      <vt:lpstr>Arial</vt:lpstr>
      <vt:lpstr>Arial Black</vt:lpstr>
      <vt:lpstr>Office 主题​​</vt:lpstr>
      <vt:lpstr>默认母版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cryer</dc:creator>
  <cp:lastModifiedBy>玉辰 王</cp:lastModifiedBy>
  <cp:revision>26</cp:revision>
  <dcterms:modified xsi:type="dcterms:W3CDTF">2025-05-21T04:45:25Z</dcterms:modified>
</cp:coreProperties>
</file>